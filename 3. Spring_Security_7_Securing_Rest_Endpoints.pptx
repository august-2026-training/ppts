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61C9-2653-4E51-99D2-8D5D15548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BDB2E-6A1D-409F-BE52-F3238DD8A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3510-909B-4AE5-A89B-190238D0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D602E-BED2-4285-A178-DF768F3D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CE0A5-BA6C-4E41-8790-CB1EDDE2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98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006D-35C7-4081-962A-DB5EFBA2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D702-D2FB-4313-8332-A3042878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0D14F-432C-41DF-B219-735801F4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0D2C-06E0-4B00-BCCF-FAD93AE6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43309-E85E-4D53-AF2C-FC571BE0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5A57-2E06-4DA9-91BF-B5815E22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B27CD-9677-402B-92D1-D162C251A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70E6-E139-480A-929F-0CA5287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C6B82-0594-4F77-BCDE-1FC9D991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0AE-BD6F-4AB8-A4EB-DF6601CF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7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6F69-8CC2-4D30-8E66-B144AB40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2481-31C3-43AC-AB2C-453B55CAD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6CB6B-2A95-474D-B0D3-111C5B0E7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72BCB-EBC2-4581-A801-8E97228A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859B4-3B29-48BA-9A4A-D9D6382E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9D515-CB78-4E17-8065-8C31751C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6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0292-C595-49B7-93F3-AEB31726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96485-F5F1-457E-A8BB-B15E6F3CA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9B7CC-DA47-4189-A6E4-A48825BF3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EAE72-A4D0-4E9D-99E6-B35E45F57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999503-5075-46FB-8FEA-D3DA51211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D5E94-79B3-4A3C-AEBB-E3C187DA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DCD73-305A-498F-A9AA-916335B2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1B0EA-77B3-40A8-952B-57119044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1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E30A-3318-4F81-84DC-FA1616A4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3035E-85A8-43E9-8EBE-B46BE6A1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A09C5-9D91-419C-B89D-12C33955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BE533-1D79-4C65-8F43-379F8EE7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9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58214-7638-4A4B-8B17-9EBDC85F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87B9B-E4E9-4770-B0F9-9FA8FD95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93D9-8D97-4453-AB31-23022F4B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8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0C67-5916-4FF5-98E4-A5F3F6D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4CE9-0890-4F07-BEE2-B3627079A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5B417-3551-491F-BB20-EAF51F8F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74D7F-0ACA-4646-AD9E-FCA1A161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53063-6A07-4C7A-8B91-8A4E2025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4F364-10F7-4742-9F9C-5642FDBE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2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3445-C4AC-4C00-944A-7507D81B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F0E82-AA09-4864-9FDE-25749503F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2C29A-A5A8-4944-AA41-CD9ACA3B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5A7BB-95AD-4C79-9F61-AD78B8B3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F5D87-C941-470B-AF40-A5A95B85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E3B45-D2E4-4D13-9DAE-6B627B3C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00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4C63-646E-4191-B254-0C3589C6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29617-A309-4C00-9B9D-0E1FF1CF0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C771B-B146-4F4A-912F-BDFE2D9E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946DA-013E-407D-A272-20E06598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3DF09-7F22-4B1C-8BD0-D323129A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4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AA3B5-FABD-4324-8284-AECE8A5C4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EC257-EA17-4D32-91BD-ECAC7A932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5F6EA-2B3D-4D8F-9DBD-45071648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4C309-B705-4967-8F42-4AA9BCAD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9E8F-A434-4733-A5A7-82C239A5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83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753D0-E816-42FC-84E0-00D422E2B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855B0-D64C-4F0B-878D-3129E6933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A5939-38F5-4D4E-9B26-A8BAF5C8E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E00C5-C8D6-4EF0-9891-2C5D4DF149CD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0E64-33FD-4442-948C-E08D52AD0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BB978-A5FF-4512-AA25-8776DD80E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A2342-D606-4AAD-8BC6-BC8FFF7DC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77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91BB-A6EB-43F0-BFF4-0A72E8CEE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Security 7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9D01-6A3E-40C0-9CAF-90FCB6ADCF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Securing Rest Endpoints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118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37F5-2DEA-425A-BB3B-61A1CE70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: Add spring security dependency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F252-2977-4F8A-86A2-2A922FE46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spring security dependency in pom.xml file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artifactId</a:t>
            </a:r>
            <a:r>
              <a:rPr lang="en-IN" dirty="0"/>
              <a:t>&gt;spring-boot-starter-security&lt;/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&lt;/dependency&gt;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87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03DE-3AA7-47BD-B9ED-DF5745C8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: Create tables in 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EB59-4066-41DE-808B-483ACAABAA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create table </a:t>
            </a:r>
            <a:r>
              <a:rPr lang="en-IN" dirty="0" err="1"/>
              <a:t>my_user_details</a:t>
            </a:r>
            <a:r>
              <a:rPr lang="en-IN" dirty="0"/>
              <a:t>(	</a:t>
            </a:r>
          </a:p>
          <a:p>
            <a:pPr marL="457200" lvl="1" indent="0">
              <a:buNone/>
            </a:pPr>
            <a:r>
              <a:rPr lang="en-IN" dirty="0" err="1"/>
              <a:t>user_id</a:t>
            </a:r>
            <a:r>
              <a:rPr lang="en-IN" dirty="0"/>
              <a:t> int primary key </a:t>
            </a:r>
            <a:r>
              <a:rPr lang="en-IN" dirty="0" err="1"/>
              <a:t>auto_increment</a:t>
            </a:r>
            <a:r>
              <a:rPr lang="en-IN" dirty="0"/>
              <a:t>,    </a:t>
            </a:r>
          </a:p>
          <a:p>
            <a:pPr marL="457200" lvl="1" indent="0">
              <a:buNone/>
            </a:pPr>
            <a:r>
              <a:rPr lang="en-IN" dirty="0" err="1"/>
              <a:t>user_name</a:t>
            </a:r>
            <a:r>
              <a:rPr lang="en-IN" dirty="0"/>
              <a:t> varchar(20),    </a:t>
            </a:r>
          </a:p>
          <a:p>
            <a:pPr marL="457200" lvl="1" indent="0">
              <a:buNone/>
            </a:pPr>
            <a:r>
              <a:rPr lang="en-IN" dirty="0" err="1"/>
              <a:t>user_password</a:t>
            </a:r>
            <a:r>
              <a:rPr lang="en-IN" dirty="0"/>
              <a:t> varchar(20)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create table </a:t>
            </a:r>
            <a:r>
              <a:rPr lang="en-IN" dirty="0" err="1"/>
              <a:t>my_role_details</a:t>
            </a:r>
            <a:r>
              <a:rPr lang="en-IN" dirty="0"/>
              <a:t>(	</a:t>
            </a:r>
          </a:p>
          <a:p>
            <a:pPr marL="457200" lvl="1" indent="0">
              <a:buNone/>
            </a:pPr>
            <a:r>
              <a:rPr lang="en-IN" dirty="0" err="1"/>
              <a:t>role_id</a:t>
            </a:r>
            <a:r>
              <a:rPr lang="en-IN" dirty="0"/>
              <a:t> int primary key </a:t>
            </a:r>
            <a:r>
              <a:rPr lang="en-IN" dirty="0" err="1"/>
              <a:t>auto_increment</a:t>
            </a:r>
            <a:r>
              <a:rPr lang="en-IN" dirty="0"/>
              <a:t>,    </a:t>
            </a:r>
          </a:p>
          <a:p>
            <a:pPr marL="457200" lvl="1" indent="0">
              <a:buNone/>
            </a:pPr>
            <a:r>
              <a:rPr lang="en-IN" dirty="0" err="1"/>
              <a:t>role_name</a:t>
            </a:r>
            <a:r>
              <a:rPr lang="en-IN" dirty="0"/>
              <a:t> varchar(20)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create table </a:t>
            </a:r>
            <a:r>
              <a:rPr lang="en-IN" dirty="0" err="1"/>
              <a:t>my_user_role_details</a:t>
            </a:r>
            <a:r>
              <a:rPr lang="en-IN" dirty="0"/>
              <a:t>(	</a:t>
            </a:r>
          </a:p>
          <a:p>
            <a:pPr marL="457200" lvl="1" indent="0">
              <a:buNone/>
            </a:pPr>
            <a:r>
              <a:rPr lang="en-IN" dirty="0" err="1"/>
              <a:t>user_role_id</a:t>
            </a:r>
            <a:r>
              <a:rPr lang="en-IN" dirty="0"/>
              <a:t> int primary key </a:t>
            </a:r>
            <a:r>
              <a:rPr lang="en-IN" dirty="0" err="1"/>
              <a:t>auto_increment</a:t>
            </a:r>
            <a:r>
              <a:rPr lang="en-IN" dirty="0"/>
              <a:t>,    </a:t>
            </a:r>
          </a:p>
          <a:p>
            <a:pPr marL="457200" lvl="1" indent="0">
              <a:buNone/>
            </a:pPr>
            <a:r>
              <a:rPr lang="en-IN" dirty="0" err="1"/>
              <a:t>user_id</a:t>
            </a:r>
            <a:r>
              <a:rPr lang="en-IN" dirty="0"/>
              <a:t> int,    </a:t>
            </a:r>
          </a:p>
          <a:p>
            <a:pPr marL="457200" lvl="1" indent="0">
              <a:buNone/>
            </a:pPr>
            <a:r>
              <a:rPr lang="en-IN" dirty="0" err="1"/>
              <a:t>role_id</a:t>
            </a:r>
            <a:r>
              <a:rPr lang="en-IN" dirty="0"/>
              <a:t> int,    </a:t>
            </a:r>
          </a:p>
          <a:p>
            <a:pPr marL="457200" lvl="1" indent="0">
              <a:buNone/>
            </a:pPr>
            <a:r>
              <a:rPr lang="en-IN" dirty="0"/>
              <a:t>foreign key(</a:t>
            </a:r>
            <a:r>
              <a:rPr lang="en-IN" dirty="0" err="1"/>
              <a:t>user_id</a:t>
            </a:r>
            <a:r>
              <a:rPr lang="en-IN" dirty="0"/>
              <a:t>) references </a:t>
            </a:r>
            <a:r>
              <a:rPr lang="en-IN" dirty="0" err="1"/>
              <a:t>my_user_details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),    </a:t>
            </a:r>
          </a:p>
          <a:p>
            <a:pPr marL="457200" lvl="1" indent="0">
              <a:buNone/>
            </a:pPr>
            <a:r>
              <a:rPr lang="en-IN" dirty="0"/>
              <a:t>foreign key(</a:t>
            </a:r>
            <a:r>
              <a:rPr lang="en-IN" dirty="0" err="1"/>
              <a:t>role_id</a:t>
            </a:r>
            <a:r>
              <a:rPr lang="en-IN" dirty="0"/>
              <a:t>) references </a:t>
            </a:r>
            <a:r>
              <a:rPr lang="en-IN" dirty="0" err="1"/>
              <a:t>my_role_details</a:t>
            </a:r>
            <a:r>
              <a:rPr lang="en-IN" dirty="0"/>
              <a:t>(</a:t>
            </a:r>
            <a:r>
              <a:rPr lang="en-IN" dirty="0" err="1"/>
              <a:t>role_id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47A4A-00D3-4062-A4E6-FAF23A5DE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4783" y="1825625"/>
            <a:ext cx="6208295" cy="435133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insert into </a:t>
            </a:r>
            <a:r>
              <a:rPr lang="en-IN" dirty="0" err="1"/>
              <a:t>my_user_details</a:t>
            </a:r>
            <a:r>
              <a:rPr lang="en-IN" dirty="0"/>
              <a:t>(</a:t>
            </a:r>
            <a:r>
              <a:rPr lang="en-IN" dirty="0" err="1"/>
              <a:t>user_name</a:t>
            </a:r>
            <a:r>
              <a:rPr lang="en-IN" dirty="0"/>
              <a:t>, </a:t>
            </a:r>
            <a:r>
              <a:rPr lang="en-IN" dirty="0" err="1"/>
              <a:t>user_password</a:t>
            </a:r>
            <a:r>
              <a:rPr lang="en-IN" dirty="0"/>
              <a:t>) values("</a:t>
            </a:r>
            <a:r>
              <a:rPr lang="en-IN" dirty="0" err="1"/>
              <a:t>admin","admin</a:t>
            </a:r>
            <a:r>
              <a:rPr lang="en-IN" dirty="0"/>
              <a:t>");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my_user_details</a:t>
            </a:r>
            <a:r>
              <a:rPr lang="en-IN" dirty="0"/>
              <a:t>(</a:t>
            </a:r>
            <a:r>
              <a:rPr lang="en-IN" dirty="0" err="1"/>
              <a:t>user_name</a:t>
            </a:r>
            <a:r>
              <a:rPr lang="en-IN" dirty="0"/>
              <a:t>, </a:t>
            </a:r>
            <a:r>
              <a:rPr lang="en-IN" dirty="0" err="1"/>
              <a:t>user_password</a:t>
            </a:r>
            <a:r>
              <a:rPr lang="en-IN" dirty="0"/>
              <a:t>) values("</a:t>
            </a:r>
            <a:r>
              <a:rPr lang="en-IN" dirty="0" err="1"/>
              <a:t>john","john</a:t>
            </a:r>
            <a:r>
              <a:rPr lang="en-IN" dirty="0"/>
              <a:t>");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my_user_details</a:t>
            </a:r>
            <a:r>
              <a:rPr lang="en-IN" dirty="0"/>
              <a:t>(</a:t>
            </a:r>
            <a:r>
              <a:rPr lang="en-IN" dirty="0" err="1"/>
              <a:t>user_name</a:t>
            </a:r>
            <a:r>
              <a:rPr lang="en-IN" dirty="0"/>
              <a:t>, </a:t>
            </a:r>
            <a:r>
              <a:rPr lang="en-IN" dirty="0" err="1"/>
              <a:t>user_password</a:t>
            </a:r>
            <a:r>
              <a:rPr lang="en-IN" dirty="0"/>
              <a:t>) values("</a:t>
            </a:r>
            <a:r>
              <a:rPr lang="en-IN" dirty="0" err="1"/>
              <a:t>priya</a:t>
            </a:r>
            <a:r>
              <a:rPr lang="en-IN" dirty="0"/>
              <a:t>","</a:t>
            </a:r>
            <a:r>
              <a:rPr lang="en-IN" dirty="0" err="1"/>
              <a:t>priya</a:t>
            </a:r>
            <a:r>
              <a:rPr lang="en-IN" dirty="0"/>
              <a:t>");</a:t>
            </a:r>
          </a:p>
          <a:p>
            <a:r>
              <a:rPr lang="en-IN" dirty="0"/>
              <a:t>insert into </a:t>
            </a:r>
            <a:r>
              <a:rPr lang="en-IN" dirty="0" err="1"/>
              <a:t>my_role_details</a:t>
            </a:r>
            <a:r>
              <a:rPr lang="en-IN" dirty="0"/>
              <a:t>(</a:t>
            </a:r>
            <a:r>
              <a:rPr lang="en-IN" dirty="0" err="1"/>
              <a:t>role_name</a:t>
            </a:r>
            <a:r>
              <a:rPr lang="en-IN" dirty="0"/>
              <a:t>) values ("ADMIN");</a:t>
            </a:r>
          </a:p>
          <a:p>
            <a:r>
              <a:rPr lang="en-IN" dirty="0"/>
              <a:t>insert into </a:t>
            </a:r>
            <a:r>
              <a:rPr lang="en-IN" dirty="0" err="1"/>
              <a:t>my_role_details</a:t>
            </a:r>
            <a:r>
              <a:rPr lang="en-IN" dirty="0"/>
              <a:t>(</a:t>
            </a:r>
            <a:r>
              <a:rPr lang="en-IN" dirty="0" err="1"/>
              <a:t>role_name</a:t>
            </a:r>
            <a:r>
              <a:rPr lang="en-IN" dirty="0"/>
              <a:t>) values ("CUSTOMER");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my_user_role_details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role_id</a:t>
            </a:r>
            <a:r>
              <a:rPr lang="en-IN" dirty="0"/>
              <a:t>) values(1, 1);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my_user_role_details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role_id</a:t>
            </a:r>
            <a:r>
              <a:rPr lang="en-IN" dirty="0"/>
              <a:t>) values(2, 2);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my_user_role_details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role_id</a:t>
            </a:r>
            <a:r>
              <a:rPr lang="en-IN" dirty="0"/>
              <a:t>) values(3, 1);</a:t>
            </a:r>
          </a:p>
          <a:p>
            <a:r>
              <a:rPr lang="en-IN" dirty="0"/>
              <a:t>insert into </a:t>
            </a:r>
            <a:r>
              <a:rPr lang="en-IN" dirty="0" err="1"/>
              <a:t>my_user_role_details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role_id</a:t>
            </a:r>
            <a:r>
              <a:rPr lang="en-IN" dirty="0"/>
              <a:t>) values(3, 2);</a:t>
            </a:r>
          </a:p>
        </p:txBody>
      </p:sp>
    </p:spTree>
    <p:extLst>
      <p:ext uri="{BB962C8B-B14F-4D97-AF65-F5344CB8AC3E}">
        <p14:creationId xmlns:p14="http://schemas.microsoft.com/office/powerpoint/2010/main" val="161904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30EC4-FAEC-42DA-BA07-A0065F8B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Create </a:t>
            </a:r>
            <a:r>
              <a:rPr lang="en-US" dirty="0" err="1"/>
              <a:t>MyUserEntity</a:t>
            </a:r>
            <a:r>
              <a:rPr lang="en-US" dirty="0"/>
              <a:t> and </a:t>
            </a:r>
            <a:r>
              <a:rPr lang="en-US" dirty="0" err="1"/>
              <a:t>MyRoleEntity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C8C4-3C9F-48C0-A02A-2BD9964E6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400" dirty="0"/>
              <a:t>@Entity</a:t>
            </a:r>
          </a:p>
          <a:p>
            <a:pPr marL="0" indent="0">
              <a:buNone/>
            </a:pPr>
            <a:r>
              <a:rPr lang="en-US" sz="3400" dirty="0"/>
              <a:t>@Table(name="</a:t>
            </a:r>
            <a:r>
              <a:rPr lang="en-US" sz="3400" dirty="0" err="1"/>
              <a:t>my_user_details</a:t>
            </a:r>
            <a:r>
              <a:rPr lang="en-US" sz="3400" dirty="0"/>
              <a:t>")</a:t>
            </a:r>
          </a:p>
          <a:p>
            <a:pPr marL="0" indent="0">
              <a:buNone/>
            </a:pPr>
            <a:r>
              <a:rPr lang="en-US" sz="3400" b="1" dirty="0"/>
              <a:t>public</a:t>
            </a:r>
            <a:r>
              <a:rPr lang="en-US" sz="3400" dirty="0"/>
              <a:t> </a:t>
            </a:r>
            <a:r>
              <a:rPr lang="en-US" sz="3400" b="1" dirty="0"/>
              <a:t>class</a:t>
            </a:r>
            <a:r>
              <a:rPr lang="en-US" sz="3400" dirty="0"/>
              <a:t> </a:t>
            </a:r>
            <a:r>
              <a:rPr lang="en-US" sz="3400" dirty="0" err="1"/>
              <a:t>MyUserEntity</a:t>
            </a:r>
            <a:r>
              <a:rPr lang="en-US" sz="3400" dirty="0"/>
              <a:t> {</a:t>
            </a:r>
          </a:p>
          <a:p>
            <a:pPr marL="0" indent="0">
              <a:buNone/>
            </a:pPr>
            <a:r>
              <a:rPr lang="en-US" sz="3400" dirty="0"/>
              <a:t>@Id</a:t>
            </a:r>
          </a:p>
          <a:p>
            <a:pPr marL="0" indent="0">
              <a:buNone/>
            </a:pPr>
            <a:r>
              <a:rPr lang="en-US" sz="3400" dirty="0"/>
              <a:t>@</a:t>
            </a:r>
            <a:r>
              <a:rPr lang="en-US" sz="3400" dirty="0" err="1"/>
              <a:t>GeneratedValue</a:t>
            </a:r>
            <a:r>
              <a:rPr lang="en-US" sz="3400" dirty="0"/>
              <a:t>(strategy = </a:t>
            </a:r>
            <a:r>
              <a:rPr lang="en-US" sz="3400" dirty="0" err="1"/>
              <a:t>GenerationType.</a:t>
            </a:r>
            <a:r>
              <a:rPr lang="en-US" sz="3400" b="1" i="1" dirty="0" err="1"/>
              <a:t>IDENTITY</a:t>
            </a:r>
            <a:r>
              <a:rPr lang="en-US" sz="3400" dirty="0"/>
              <a:t>)</a:t>
            </a:r>
          </a:p>
          <a:p>
            <a:pPr marL="0" indent="0">
              <a:buNone/>
            </a:pPr>
            <a:r>
              <a:rPr lang="en-US" sz="3400" dirty="0"/>
              <a:t>@Column(name="</a:t>
            </a:r>
            <a:r>
              <a:rPr lang="en-US" sz="3400" dirty="0" err="1"/>
              <a:t>user_id</a:t>
            </a:r>
            <a:r>
              <a:rPr lang="en-US" sz="3400" dirty="0"/>
              <a:t>")</a:t>
            </a:r>
          </a:p>
          <a:p>
            <a:pPr marL="0" indent="0">
              <a:buNone/>
            </a:pPr>
            <a:r>
              <a:rPr lang="en-US" sz="3400" b="1" dirty="0"/>
              <a:t>private</a:t>
            </a:r>
            <a:r>
              <a:rPr lang="en-US" sz="3400" dirty="0"/>
              <a:t> </a:t>
            </a:r>
            <a:r>
              <a:rPr lang="en-US" sz="3400" b="1" dirty="0"/>
              <a:t>int</a:t>
            </a:r>
            <a:r>
              <a:rPr lang="en-US" sz="3400" dirty="0"/>
              <a:t> </a:t>
            </a:r>
            <a:r>
              <a:rPr lang="en-US" sz="3400" dirty="0" err="1"/>
              <a:t>userId</a:t>
            </a:r>
            <a:r>
              <a:rPr lang="en-US" sz="3400" dirty="0"/>
              <a:t>;</a:t>
            </a:r>
          </a:p>
          <a:p>
            <a:pPr marL="0" indent="0">
              <a:buNone/>
            </a:pPr>
            <a:r>
              <a:rPr lang="en-US" sz="3400" dirty="0"/>
              <a:t>@Column(name="</a:t>
            </a:r>
            <a:r>
              <a:rPr lang="en-US" sz="3400" dirty="0" err="1"/>
              <a:t>user_name</a:t>
            </a:r>
            <a:r>
              <a:rPr lang="en-US" sz="3400" dirty="0"/>
              <a:t>")</a:t>
            </a:r>
          </a:p>
          <a:p>
            <a:pPr marL="0" indent="0">
              <a:buNone/>
            </a:pPr>
            <a:r>
              <a:rPr lang="en-US" sz="3400" b="1" dirty="0"/>
              <a:t>private</a:t>
            </a:r>
            <a:r>
              <a:rPr lang="en-US" sz="3400" dirty="0"/>
              <a:t> String </a:t>
            </a:r>
            <a:r>
              <a:rPr lang="en-US" sz="3400" dirty="0" err="1"/>
              <a:t>userName</a:t>
            </a:r>
            <a:r>
              <a:rPr lang="en-US" sz="3400" dirty="0"/>
              <a:t>;</a:t>
            </a:r>
          </a:p>
          <a:p>
            <a:pPr marL="0" indent="0">
              <a:buNone/>
            </a:pPr>
            <a:r>
              <a:rPr lang="en-US" sz="3400" dirty="0"/>
              <a:t>@Column(name="</a:t>
            </a:r>
            <a:r>
              <a:rPr lang="en-US" sz="3400" dirty="0" err="1"/>
              <a:t>user_password</a:t>
            </a:r>
            <a:r>
              <a:rPr lang="en-US" sz="3400" dirty="0"/>
              <a:t>")</a:t>
            </a:r>
          </a:p>
          <a:p>
            <a:pPr marL="0" indent="0">
              <a:buNone/>
            </a:pPr>
            <a:r>
              <a:rPr lang="en-US" sz="3400" b="1" dirty="0"/>
              <a:t>private</a:t>
            </a:r>
            <a:r>
              <a:rPr lang="en-US" sz="3400" dirty="0"/>
              <a:t> String </a:t>
            </a:r>
            <a:r>
              <a:rPr lang="en-US" sz="3400" dirty="0" err="1"/>
              <a:t>userPassword</a:t>
            </a:r>
            <a:r>
              <a:rPr lang="en-US" sz="3400" dirty="0"/>
              <a:t>;</a:t>
            </a:r>
          </a:p>
          <a:p>
            <a:pPr marL="0" indent="0">
              <a:buNone/>
            </a:pPr>
            <a:r>
              <a:rPr lang="en-US" sz="3400" dirty="0"/>
              <a:t>@</a:t>
            </a:r>
            <a:r>
              <a:rPr lang="en-US" sz="3400" dirty="0" err="1"/>
              <a:t>ManyToMany</a:t>
            </a:r>
            <a:endParaRPr lang="en-US" sz="3400" dirty="0"/>
          </a:p>
          <a:p>
            <a:pPr marL="0" indent="0">
              <a:buNone/>
            </a:pPr>
            <a:r>
              <a:rPr lang="en-US" sz="3400" dirty="0"/>
              <a:t>@</a:t>
            </a:r>
            <a:r>
              <a:rPr lang="en-US" sz="3400" dirty="0" err="1"/>
              <a:t>JoinTable</a:t>
            </a:r>
            <a:r>
              <a:rPr lang="en-US" sz="3400" dirty="0"/>
              <a:t>(name="</a:t>
            </a:r>
            <a:r>
              <a:rPr lang="en-US" sz="3400" dirty="0" err="1"/>
              <a:t>my_user_role_details</a:t>
            </a:r>
            <a:r>
              <a:rPr lang="en-US" sz="3400" dirty="0"/>
              <a:t>",</a:t>
            </a:r>
          </a:p>
          <a:p>
            <a:pPr marL="0" indent="0">
              <a:buNone/>
            </a:pPr>
            <a:r>
              <a:rPr lang="en-US" sz="3400" dirty="0" err="1"/>
              <a:t>joinColumns</a:t>
            </a:r>
            <a:r>
              <a:rPr lang="en-US" sz="3400" dirty="0"/>
              <a:t>= {@</a:t>
            </a:r>
            <a:r>
              <a:rPr lang="en-US" sz="3400" dirty="0" err="1"/>
              <a:t>JoinColumn</a:t>
            </a:r>
            <a:r>
              <a:rPr lang="en-US" sz="3400" dirty="0"/>
              <a:t>(name="</a:t>
            </a:r>
            <a:r>
              <a:rPr lang="en-US" sz="3400" dirty="0" err="1"/>
              <a:t>user_id</a:t>
            </a:r>
            <a:r>
              <a:rPr lang="en-US" sz="3400" dirty="0"/>
              <a:t>")},</a:t>
            </a:r>
          </a:p>
          <a:p>
            <a:pPr marL="0" indent="0">
              <a:buNone/>
            </a:pPr>
            <a:r>
              <a:rPr lang="en-US" sz="3400" dirty="0" err="1"/>
              <a:t>inverseJoinColumns</a:t>
            </a:r>
            <a:r>
              <a:rPr lang="en-US" sz="3400" dirty="0"/>
              <a:t> = {@</a:t>
            </a:r>
            <a:r>
              <a:rPr lang="en-US" sz="3400" dirty="0" err="1"/>
              <a:t>JoinColumn</a:t>
            </a:r>
            <a:r>
              <a:rPr lang="en-US" sz="3400" dirty="0"/>
              <a:t>(name="</a:t>
            </a:r>
            <a:r>
              <a:rPr lang="en-US" sz="3400" dirty="0" err="1"/>
              <a:t>role_id</a:t>
            </a:r>
            <a:r>
              <a:rPr lang="en-US" sz="3400" dirty="0"/>
              <a:t>")}</a:t>
            </a:r>
          </a:p>
          <a:p>
            <a:pPr marL="0" indent="0">
              <a:buNone/>
            </a:pPr>
            <a:r>
              <a:rPr lang="en-US" sz="3400" dirty="0"/>
              <a:t>)</a:t>
            </a:r>
          </a:p>
          <a:p>
            <a:pPr marL="0" indent="0">
              <a:buNone/>
            </a:pPr>
            <a:r>
              <a:rPr lang="en-US" sz="3400" dirty="0"/>
              <a:t>List&lt;</a:t>
            </a:r>
            <a:r>
              <a:rPr lang="en-US" sz="3400" dirty="0" err="1"/>
              <a:t>MyRoleEntity</a:t>
            </a:r>
            <a:r>
              <a:rPr lang="en-US" sz="3400" dirty="0"/>
              <a:t>&gt; </a:t>
            </a:r>
            <a:r>
              <a:rPr lang="en-US" sz="3400" dirty="0" err="1"/>
              <a:t>allRoles</a:t>
            </a:r>
            <a:r>
              <a:rPr lang="en-US" sz="3400" dirty="0"/>
              <a:t>;</a:t>
            </a:r>
          </a:p>
          <a:p>
            <a:pPr marL="0" indent="0">
              <a:buNone/>
            </a:pPr>
            <a:r>
              <a:rPr lang="en-US" sz="3400" dirty="0"/>
              <a:t>}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10DF4-5447-4F6B-85E1-2BA3BAF61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@Entity</a:t>
            </a:r>
          </a:p>
          <a:p>
            <a:pPr marL="0" indent="0">
              <a:buNone/>
            </a:pPr>
            <a:r>
              <a:rPr lang="en-US" sz="2000" dirty="0"/>
              <a:t>@Table(name="</a:t>
            </a:r>
            <a:r>
              <a:rPr lang="en-US" sz="2000" dirty="0" err="1"/>
              <a:t>my_role_details</a:t>
            </a:r>
            <a:r>
              <a:rPr lang="en-US" sz="2000" dirty="0"/>
              <a:t>")</a:t>
            </a:r>
          </a:p>
          <a:p>
            <a:pPr marL="0" indent="0">
              <a:buNone/>
            </a:pPr>
            <a:r>
              <a:rPr lang="en-US" sz="2000" b="1" dirty="0"/>
              <a:t>public</a:t>
            </a:r>
            <a:r>
              <a:rPr lang="en-US" sz="2000" dirty="0"/>
              <a:t> </a:t>
            </a:r>
            <a:r>
              <a:rPr lang="en-US" sz="2000" b="1" dirty="0"/>
              <a:t>class</a:t>
            </a:r>
            <a:r>
              <a:rPr lang="en-US" sz="2000" dirty="0"/>
              <a:t> </a:t>
            </a:r>
            <a:r>
              <a:rPr lang="en-US" sz="2000" dirty="0" err="1"/>
              <a:t>MyRoleEntity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2000" dirty="0"/>
              <a:t>@Id</a:t>
            </a:r>
          </a:p>
          <a:p>
            <a:pPr marL="0" indent="0">
              <a:buNone/>
            </a:pPr>
            <a:r>
              <a:rPr lang="en-US" sz="2000" dirty="0"/>
              <a:t>@</a:t>
            </a:r>
            <a:r>
              <a:rPr lang="en-US" sz="2000" dirty="0" err="1"/>
              <a:t>GeneratedValue</a:t>
            </a:r>
            <a:r>
              <a:rPr lang="en-US" sz="2000" dirty="0"/>
              <a:t>(strategy = </a:t>
            </a:r>
            <a:r>
              <a:rPr lang="en-US" sz="2000" dirty="0" err="1"/>
              <a:t>GenerationType.</a:t>
            </a:r>
            <a:r>
              <a:rPr lang="en-US" sz="2000" b="1" i="1" dirty="0" err="1"/>
              <a:t>IDENTITY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@Column(name="</a:t>
            </a:r>
            <a:r>
              <a:rPr lang="en-US" sz="2000" dirty="0" err="1"/>
              <a:t>role_id</a:t>
            </a:r>
            <a:r>
              <a:rPr lang="en-US" sz="2000" dirty="0"/>
              <a:t>")</a:t>
            </a:r>
          </a:p>
          <a:p>
            <a:pPr marL="0" indent="0">
              <a:buNone/>
            </a:pPr>
            <a:r>
              <a:rPr lang="en-US" sz="2000" b="1" dirty="0"/>
              <a:t>private</a:t>
            </a:r>
            <a:r>
              <a:rPr lang="en-US" sz="2000" dirty="0"/>
              <a:t> </a:t>
            </a:r>
            <a:r>
              <a:rPr lang="en-US" sz="2000" b="1" dirty="0"/>
              <a:t>int</a:t>
            </a:r>
            <a:r>
              <a:rPr lang="en-US" sz="2000" dirty="0"/>
              <a:t> </a:t>
            </a:r>
            <a:r>
              <a:rPr lang="en-US" sz="2000" dirty="0" err="1"/>
              <a:t>roleId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@Column(name="</a:t>
            </a:r>
            <a:r>
              <a:rPr lang="en-US" sz="2000" dirty="0" err="1"/>
              <a:t>role_name</a:t>
            </a:r>
            <a:r>
              <a:rPr lang="en-US" sz="2000" dirty="0"/>
              <a:t>")</a:t>
            </a:r>
          </a:p>
          <a:p>
            <a:pPr marL="0" indent="0">
              <a:buNone/>
            </a:pPr>
            <a:r>
              <a:rPr lang="en-US" sz="2000" b="1" dirty="0"/>
              <a:t>private</a:t>
            </a:r>
            <a:r>
              <a:rPr lang="en-US" sz="2000" dirty="0"/>
              <a:t> String </a:t>
            </a:r>
            <a:r>
              <a:rPr lang="en-US" sz="2000" dirty="0" err="1"/>
              <a:t>roleName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295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8859-F5FD-4296-8205-9A3C874B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Create </a:t>
            </a:r>
            <a:r>
              <a:rPr lang="en-US" dirty="0" err="1"/>
              <a:t>MyUserPojo</a:t>
            </a:r>
            <a:r>
              <a:rPr lang="en-US" dirty="0"/>
              <a:t> and </a:t>
            </a:r>
            <a:r>
              <a:rPr lang="en-US" dirty="0" err="1"/>
              <a:t>MyRolePojo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A8CA-2893-4F40-8A38-9C59FFB28F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MyUserPojo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int</a:t>
            </a:r>
            <a:r>
              <a:rPr lang="en-IN" dirty="0"/>
              <a:t> </a:t>
            </a:r>
            <a:r>
              <a:rPr lang="en-IN" dirty="0" err="1"/>
              <a:t>userId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String </a:t>
            </a:r>
            <a:r>
              <a:rPr lang="en-IN" dirty="0" err="1"/>
              <a:t>userName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String </a:t>
            </a:r>
            <a:r>
              <a:rPr lang="en-IN" dirty="0" err="1"/>
              <a:t>userPassword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List&lt;String&gt; </a:t>
            </a:r>
            <a:r>
              <a:rPr lang="en-IN" dirty="0" err="1"/>
              <a:t>allRoles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4FE901-ED73-4CB9-B58E-FC9346DE40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MyRolePojo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int</a:t>
            </a:r>
            <a:r>
              <a:rPr lang="en-IN" dirty="0"/>
              <a:t> </a:t>
            </a:r>
            <a:r>
              <a:rPr lang="en-IN" dirty="0" err="1"/>
              <a:t>roleId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b="1" dirty="0"/>
              <a:t>private</a:t>
            </a:r>
            <a:r>
              <a:rPr lang="en-IN" dirty="0"/>
              <a:t> String </a:t>
            </a:r>
            <a:r>
              <a:rPr lang="en-IN" dirty="0" err="1"/>
              <a:t>roleName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9165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14CF-EB9F-467C-853A-280F74DF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Create the Dao Layer Interface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C98108-12F4-4D6F-9F19-92F9F594C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Dao repository</a:t>
            </a:r>
          </a:p>
          <a:p>
            <a:pPr marL="0" indent="0">
              <a:buNone/>
            </a:pPr>
            <a:r>
              <a:rPr lang="en-IN" dirty="0"/>
              <a:t>@Repository</a:t>
            </a:r>
          </a:p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interface</a:t>
            </a:r>
            <a:r>
              <a:rPr lang="en-IN" dirty="0"/>
              <a:t> </a:t>
            </a:r>
            <a:r>
              <a:rPr lang="en-IN" dirty="0" err="1"/>
              <a:t>MyUserDao</a:t>
            </a:r>
            <a:r>
              <a:rPr lang="en-IN" dirty="0"/>
              <a:t> </a:t>
            </a:r>
            <a:r>
              <a:rPr lang="en-IN" b="1" dirty="0"/>
              <a:t>extends</a:t>
            </a:r>
            <a:r>
              <a:rPr lang="en-IN" dirty="0"/>
              <a:t> </a:t>
            </a:r>
            <a:r>
              <a:rPr lang="en-IN" dirty="0" err="1"/>
              <a:t>JpaRepository</a:t>
            </a:r>
            <a:r>
              <a:rPr lang="en-IN" dirty="0"/>
              <a:t>&lt;</a:t>
            </a:r>
            <a:r>
              <a:rPr lang="en-IN" dirty="0" err="1"/>
              <a:t>MyUserEntity</a:t>
            </a:r>
            <a:r>
              <a:rPr lang="en-IN" dirty="0"/>
              <a:t>, Integer&gt;{</a:t>
            </a:r>
          </a:p>
          <a:p>
            <a:pPr marL="0" indent="0">
              <a:buNone/>
            </a:pPr>
            <a:r>
              <a:rPr lang="en-IN" dirty="0"/>
              <a:t>	Optional&lt;</a:t>
            </a:r>
            <a:r>
              <a:rPr lang="en-IN" dirty="0" err="1"/>
              <a:t>MyUserEntity</a:t>
            </a:r>
            <a:r>
              <a:rPr lang="en-IN" dirty="0"/>
              <a:t>&gt; </a:t>
            </a:r>
            <a:r>
              <a:rPr lang="en-IN" dirty="0" err="1"/>
              <a:t>findByUserName</a:t>
            </a:r>
            <a:r>
              <a:rPr lang="en-IN" dirty="0"/>
              <a:t>(String </a:t>
            </a:r>
            <a:r>
              <a:rPr lang="en-IN" dirty="0" err="1"/>
              <a:t>userName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64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7259-4740-484B-9030-B5C4D09D0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 : Create the </a:t>
            </a:r>
            <a:r>
              <a:rPr lang="en-US" dirty="0" err="1"/>
              <a:t>CustomUserDetailsService</a:t>
            </a:r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AFDF-544A-4F23-9D22-2B21B43D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473317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/>
              <a:t>Bypasses standard in-memory behavior by linking incoming login validation requests to repository models: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/>
              <a:t>@Service</a:t>
            </a:r>
          </a:p>
          <a:p>
            <a:pPr marL="0" indent="0">
              <a:buNone/>
            </a:pPr>
            <a:r>
              <a:rPr lang="en-IN" sz="6400" b="1" dirty="0"/>
              <a:t>public</a:t>
            </a:r>
            <a:r>
              <a:rPr lang="en-IN" sz="6400" dirty="0"/>
              <a:t> </a:t>
            </a:r>
            <a:r>
              <a:rPr lang="en-IN" sz="6400" b="1" dirty="0"/>
              <a:t>class</a:t>
            </a:r>
            <a:r>
              <a:rPr lang="en-IN" sz="6400" dirty="0"/>
              <a:t> </a:t>
            </a:r>
            <a:r>
              <a:rPr lang="en-IN" sz="6400" dirty="0" err="1"/>
              <a:t>CustomUserDetailsService</a:t>
            </a:r>
            <a:r>
              <a:rPr lang="en-IN" sz="6400" dirty="0"/>
              <a:t> </a:t>
            </a:r>
            <a:r>
              <a:rPr lang="en-IN" sz="6400" b="1" dirty="0"/>
              <a:t>implements</a:t>
            </a:r>
            <a:r>
              <a:rPr lang="en-IN" sz="6400" dirty="0"/>
              <a:t> </a:t>
            </a:r>
            <a:r>
              <a:rPr lang="en-IN" sz="6400" dirty="0" err="1"/>
              <a:t>UserDetailsService</a:t>
            </a:r>
            <a:r>
              <a:rPr lang="en-IN" sz="6400" dirty="0"/>
              <a:t> {</a:t>
            </a:r>
            <a:br>
              <a:rPr lang="en-IN" sz="6400" dirty="0"/>
            </a:br>
            <a:endParaRPr lang="en-IN" sz="6400" dirty="0"/>
          </a:p>
          <a:p>
            <a:pPr marL="457200" lvl="1" indent="0">
              <a:buNone/>
            </a:pPr>
            <a:r>
              <a:rPr lang="en-IN" sz="6400" dirty="0"/>
              <a:t>@</a:t>
            </a:r>
            <a:r>
              <a:rPr lang="en-IN" sz="6400" dirty="0" err="1"/>
              <a:t>Autowired</a:t>
            </a:r>
            <a:r>
              <a:rPr lang="en-IN" sz="6400" dirty="0"/>
              <a:t> </a:t>
            </a:r>
          </a:p>
          <a:p>
            <a:pPr marL="457200" lvl="1" indent="0">
              <a:buNone/>
            </a:pPr>
            <a:r>
              <a:rPr lang="en-IN" sz="6400" b="1" dirty="0"/>
              <a:t>private</a:t>
            </a:r>
            <a:r>
              <a:rPr lang="en-IN" sz="6400" dirty="0"/>
              <a:t> </a:t>
            </a:r>
            <a:r>
              <a:rPr lang="en-IN" sz="6400" dirty="0" err="1"/>
              <a:t>MyUserDao</a:t>
            </a:r>
            <a:r>
              <a:rPr lang="en-IN" sz="6400" dirty="0"/>
              <a:t> </a:t>
            </a:r>
            <a:r>
              <a:rPr lang="en-IN" sz="6400" dirty="0" err="1"/>
              <a:t>userDao</a:t>
            </a:r>
            <a:r>
              <a:rPr lang="en-IN" sz="6400" dirty="0"/>
              <a:t>;</a:t>
            </a:r>
            <a:br>
              <a:rPr lang="en-IN" sz="6400" dirty="0"/>
            </a:br>
            <a:endParaRPr lang="en-IN" sz="6400" dirty="0"/>
          </a:p>
          <a:p>
            <a:pPr marL="457200" lvl="1" indent="0">
              <a:buNone/>
            </a:pPr>
            <a:r>
              <a:rPr lang="en-IN" sz="6400" dirty="0"/>
              <a:t>@Override</a:t>
            </a:r>
          </a:p>
          <a:p>
            <a:pPr marL="457200" lvl="1" indent="0">
              <a:buNone/>
            </a:pPr>
            <a:r>
              <a:rPr lang="en-IN" sz="6400" b="1" dirty="0"/>
              <a:t>public</a:t>
            </a:r>
            <a:r>
              <a:rPr lang="en-IN" sz="6400" dirty="0"/>
              <a:t> </a:t>
            </a:r>
            <a:r>
              <a:rPr lang="en-IN" sz="6400" dirty="0" err="1"/>
              <a:t>UserDetails</a:t>
            </a:r>
            <a:r>
              <a:rPr lang="en-IN" sz="6400" dirty="0"/>
              <a:t> </a:t>
            </a:r>
            <a:r>
              <a:rPr lang="en-IN" sz="6400" dirty="0" err="1"/>
              <a:t>loadUserByUsername</a:t>
            </a:r>
            <a:r>
              <a:rPr lang="en-IN" sz="6400" dirty="0"/>
              <a:t>(String </a:t>
            </a:r>
            <a:r>
              <a:rPr lang="en-IN" sz="6400" dirty="0" err="1"/>
              <a:t>userName</a:t>
            </a:r>
            <a:r>
              <a:rPr lang="en-IN" sz="6400" dirty="0"/>
              <a:t>) </a:t>
            </a:r>
            <a:r>
              <a:rPr lang="en-IN" sz="6400" b="1" dirty="0"/>
              <a:t>throws</a:t>
            </a:r>
            <a:r>
              <a:rPr lang="en-IN" sz="6400" dirty="0"/>
              <a:t> </a:t>
            </a:r>
            <a:r>
              <a:rPr lang="en-IN" sz="6400" dirty="0" err="1"/>
              <a:t>UsernameNotFoundException</a:t>
            </a:r>
            <a:r>
              <a:rPr lang="en-IN" sz="6400" dirty="0"/>
              <a:t> {</a:t>
            </a:r>
          </a:p>
          <a:p>
            <a:pPr marL="914400" lvl="2" indent="0">
              <a:buNone/>
            </a:pPr>
            <a:r>
              <a:rPr lang="en-IN" sz="6400" dirty="0" err="1"/>
              <a:t>MyUserEntity</a:t>
            </a:r>
            <a:r>
              <a:rPr lang="en-IN" sz="6400" dirty="0"/>
              <a:t> </a:t>
            </a:r>
            <a:r>
              <a:rPr lang="en-IN" sz="6400" dirty="0" err="1"/>
              <a:t>userEntity</a:t>
            </a:r>
            <a:r>
              <a:rPr lang="en-IN" sz="6400" dirty="0"/>
              <a:t> = </a:t>
            </a:r>
            <a:r>
              <a:rPr lang="en-IN" sz="6400" dirty="0" err="1"/>
              <a:t>userDao.findByUserName</a:t>
            </a:r>
            <a:r>
              <a:rPr lang="en-IN" sz="6400" dirty="0"/>
              <a:t>(</a:t>
            </a:r>
            <a:r>
              <a:rPr lang="en-IN" sz="6400" dirty="0" err="1"/>
              <a:t>userName</a:t>
            </a:r>
            <a:r>
              <a:rPr lang="en-IN" sz="6400" dirty="0"/>
              <a:t>)</a:t>
            </a:r>
          </a:p>
          <a:p>
            <a:pPr marL="914400" lvl="2" indent="0">
              <a:buNone/>
            </a:pPr>
            <a:r>
              <a:rPr lang="en-IN" sz="6400" dirty="0"/>
              <a:t>.</a:t>
            </a:r>
            <a:r>
              <a:rPr lang="en-IN" sz="6400" dirty="0" err="1"/>
              <a:t>orElseThrow</a:t>
            </a:r>
            <a:r>
              <a:rPr lang="en-IN" sz="6400" dirty="0"/>
              <a:t>(() -&gt; </a:t>
            </a:r>
            <a:r>
              <a:rPr lang="en-IN" sz="6400" b="1" dirty="0"/>
              <a:t>new</a:t>
            </a:r>
            <a:r>
              <a:rPr lang="en-IN" sz="6400" dirty="0"/>
              <a:t> </a:t>
            </a:r>
            <a:r>
              <a:rPr lang="en-IN" sz="6400" dirty="0" err="1"/>
              <a:t>UsernameNotFoundException</a:t>
            </a:r>
            <a:r>
              <a:rPr lang="en-IN" sz="6400" dirty="0"/>
              <a:t>("User identity not found: " + </a:t>
            </a:r>
            <a:r>
              <a:rPr lang="en-IN" sz="6400" dirty="0" err="1"/>
              <a:t>userName</a:t>
            </a:r>
            <a:r>
              <a:rPr lang="en-IN" sz="6400" dirty="0"/>
              <a:t>));</a:t>
            </a:r>
            <a:br>
              <a:rPr lang="en-IN" sz="6400" dirty="0"/>
            </a:br>
            <a:endParaRPr lang="en-IN" sz="6400" dirty="0"/>
          </a:p>
          <a:p>
            <a:pPr marL="914400" lvl="2" indent="0">
              <a:buNone/>
            </a:pPr>
            <a:r>
              <a:rPr lang="en-IN" sz="6400" b="1" dirty="0"/>
              <a:t>return</a:t>
            </a:r>
            <a:r>
              <a:rPr lang="en-IN" sz="6400" dirty="0"/>
              <a:t> </a:t>
            </a:r>
            <a:r>
              <a:rPr lang="en-IN" sz="6400" dirty="0" err="1"/>
              <a:t>User.</a:t>
            </a:r>
            <a:r>
              <a:rPr lang="en-IN" sz="6400" i="1" dirty="0" err="1"/>
              <a:t>builder</a:t>
            </a:r>
            <a:r>
              <a:rPr lang="en-IN" sz="6400" dirty="0"/>
              <a:t>()</a:t>
            </a:r>
          </a:p>
          <a:p>
            <a:pPr marL="914400" lvl="2" indent="0">
              <a:buNone/>
            </a:pPr>
            <a:r>
              <a:rPr lang="en-IN" sz="6400" dirty="0"/>
              <a:t>	.username(</a:t>
            </a:r>
            <a:r>
              <a:rPr lang="en-IN" sz="6400" dirty="0" err="1"/>
              <a:t>userEntity.getUserName</a:t>
            </a:r>
            <a:r>
              <a:rPr lang="en-IN" sz="6400" dirty="0"/>
              <a:t>())</a:t>
            </a:r>
          </a:p>
          <a:p>
            <a:pPr marL="914400" lvl="2" indent="0">
              <a:buNone/>
            </a:pPr>
            <a:r>
              <a:rPr lang="en-IN" sz="6400" dirty="0"/>
              <a:t>	.password(</a:t>
            </a:r>
            <a:r>
              <a:rPr lang="en-IN" sz="6400" dirty="0" err="1"/>
              <a:t>userEntity.getUserPassword</a:t>
            </a:r>
            <a:r>
              <a:rPr lang="en-IN" sz="6400" dirty="0"/>
              <a:t>())</a:t>
            </a:r>
          </a:p>
          <a:p>
            <a:pPr marL="914400" lvl="2" indent="0">
              <a:buNone/>
            </a:pPr>
            <a:r>
              <a:rPr lang="en-IN" sz="6400" dirty="0"/>
              <a:t>	.authorities(</a:t>
            </a:r>
            <a:r>
              <a:rPr lang="en-IN" sz="6400" dirty="0" err="1"/>
              <a:t>userEntity.getAllRoles</a:t>
            </a:r>
            <a:r>
              <a:rPr lang="en-IN" sz="6400" dirty="0"/>
              <a:t>().stream()</a:t>
            </a:r>
          </a:p>
          <a:p>
            <a:pPr marL="914400" lvl="2" indent="0">
              <a:buNone/>
            </a:pPr>
            <a:r>
              <a:rPr lang="en-IN" sz="6400" dirty="0"/>
              <a:t>	.map((</a:t>
            </a:r>
            <a:r>
              <a:rPr lang="en-IN" sz="6400" dirty="0" err="1"/>
              <a:t>eachRole</a:t>
            </a:r>
            <a:r>
              <a:rPr lang="en-IN" sz="6400" dirty="0"/>
              <a:t>) -&gt; </a:t>
            </a:r>
            <a:r>
              <a:rPr lang="en-IN" sz="6400" b="1" dirty="0"/>
              <a:t>new</a:t>
            </a:r>
            <a:r>
              <a:rPr lang="en-IN" sz="6400" dirty="0"/>
              <a:t> </a:t>
            </a:r>
            <a:r>
              <a:rPr lang="en-IN" sz="6400" dirty="0" err="1"/>
              <a:t>SimpleGrantedAuthority</a:t>
            </a:r>
            <a:r>
              <a:rPr lang="en-IN" sz="6400" dirty="0"/>
              <a:t>(</a:t>
            </a:r>
            <a:r>
              <a:rPr lang="en-IN" sz="6400" dirty="0" err="1"/>
              <a:t>eachRole.getRoleName</a:t>
            </a:r>
            <a:r>
              <a:rPr lang="en-IN" sz="6400" dirty="0"/>
              <a:t>()))</a:t>
            </a:r>
          </a:p>
          <a:p>
            <a:pPr marL="914400" lvl="2" indent="0">
              <a:buNone/>
            </a:pPr>
            <a:r>
              <a:rPr lang="en-IN" sz="6400" dirty="0"/>
              <a:t>	.</a:t>
            </a:r>
            <a:r>
              <a:rPr lang="en-IN" sz="6400" dirty="0" err="1"/>
              <a:t>toList</a:t>
            </a:r>
            <a:r>
              <a:rPr lang="en-IN" sz="6400" dirty="0"/>
              <a:t>())</a:t>
            </a:r>
          </a:p>
          <a:p>
            <a:pPr marL="914400" lvl="2" indent="0">
              <a:buNone/>
            </a:pPr>
            <a:r>
              <a:rPr lang="en-IN" sz="6400" dirty="0"/>
              <a:t>	.build();</a:t>
            </a:r>
          </a:p>
          <a:p>
            <a:pPr marL="0" indent="0">
              <a:buNone/>
            </a:pPr>
            <a:r>
              <a:rPr lang="en-IN" sz="6400" dirty="0"/>
              <a:t>          }</a:t>
            </a:r>
          </a:p>
          <a:p>
            <a:pPr marL="0" indent="0">
              <a:buNone/>
            </a:pPr>
            <a:r>
              <a:rPr lang="en-IN" sz="64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678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CDD-30C7-4B9D-96D4-8335872B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 : Exposing the </a:t>
            </a:r>
            <a:r>
              <a:rPr lang="en-US" dirty="0" err="1"/>
              <a:t>AuthenticationManager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0534-44C9-4603-8191-D49251D593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dirty="0"/>
              <a:t>Spring Security 7 drops old configuration wrappers. </a:t>
            </a:r>
          </a:p>
          <a:p>
            <a:r>
              <a:rPr lang="en-US" sz="8000" dirty="0"/>
              <a:t>You must explicitly register the `</a:t>
            </a:r>
            <a:r>
              <a:rPr lang="en-US" sz="8000" dirty="0" err="1"/>
              <a:t>AuthenticationManager</a:t>
            </a:r>
            <a:r>
              <a:rPr lang="en-US" sz="8000" dirty="0"/>
              <a:t>` bean to handle programmatic login tasks manually.</a:t>
            </a:r>
          </a:p>
          <a:p>
            <a:pPr marL="0" indent="0">
              <a:buNone/>
            </a:pPr>
            <a:r>
              <a:rPr lang="en-IN" sz="8000" dirty="0"/>
              <a:t>@Configuration</a:t>
            </a:r>
          </a:p>
          <a:p>
            <a:pPr marL="0" indent="0">
              <a:buNone/>
            </a:pPr>
            <a:r>
              <a:rPr lang="en-IN" sz="8000" dirty="0"/>
              <a:t>@</a:t>
            </a:r>
            <a:r>
              <a:rPr lang="en-IN" sz="8000" dirty="0" err="1"/>
              <a:t>EnableWebSecurity</a:t>
            </a:r>
            <a:endParaRPr lang="en-IN" sz="8000" dirty="0"/>
          </a:p>
          <a:p>
            <a:pPr marL="0" indent="0">
              <a:buNone/>
            </a:pPr>
            <a:r>
              <a:rPr lang="en-IN" sz="8000" b="1" dirty="0"/>
              <a:t>public</a:t>
            </a:r>
            <a:r>
              <a:rPr lang="en-IN" sz="8000" dirty="0"/>
              <a:t> </a:t>
            </a:r>
            <a:r>
              <a:rPr lang="en-IN" sz="8000" b="1" dirty="0"/>
              <a:t>class</a:t>
            </a:r>
            <a:r>
              <a:rPr lang="en-IN" sz="8000" dirty="0"/>
              <a:t> </a:t>
            </a:r>
            <a:r>
              <a:rPr lang="en-IN" sz="8000" dirty="0" err="1"/>
              <a:t>SecurityConfig</a:t>
            </a:r>
            <a:r>
              <a:rPr lang="en-IN" sz="8000" dirty="0"/>
              <a:t> {</a:t>
            </a: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@Bean</a:t>
            </a:r>
          </a:p>
          <a:p>
            <a:pPr marL="0" indent="0">
              <a:buNone/>
            </a:pPr>
            <a:r>
              <a:rPr lang="en-IN" sz="8000" b="1" dirty="0"/>
              <a:t>public</a:t>
            </a:r>
            <a:r>
              <a:rPr lang="en-IN" sz="8000" dirty="0"/>
              <a:t> </a:t>
            </a:r>
            <a:r>
              <a:rPr lang="en-IN" sz="8000" dirty="0" err="1"/>
              <a:t>AuthenticationManager</a:t>
            </a:r>
            <a:r>
              <a:rPr lang="en-IN" sz="8000" dirty="0"/>
              <a:t> </a:t>
            </a:r>
            <a:r>
              <a:rPr lang="en-IN" sz="8000" dirty="0" err="1"/>
              <a:t>authenticationManager</a:t>
            </a:r>
            <a:r>
              <a:rPr lang="en-IN" sz="8000" dirty="0"/>
              <a:t>(</a:t>
            </a:r>
          </a:p>
          <a:p>
            <a:pPr marL="0" indent="0">
              <a:buNone/>
            </a:pPr>
            <a:r>
              <a:rPr lang="en-IN" sz="8000" dirty="0" err="1"/>
              <a:t>UserDetailsService</a:t>
            </a:r>
            <a:r>
              <a:rPr lang="en-IN" sz="8000" dirty="0"/>
              <a:t> </a:t>
            </a:r>
            <a:r>
              <a:rPr lang="en-IN" sz="8000" dirty="0" err="1"/>
              <a:t>userDetailsService</a:t>
            </a:r>
            <a:r>
              <a:rPr lang="en-IN" sz="8000" dirty="0"/>
              <a:t>,</a:t>
            </a:r>
          </a:p>
          <a:p>
            <a:pPr marL="0" indent="0">
              <a:buNone/>
            </a:pPr>
            <a:r>
              <a:rPr lang="en-IN" sz="8000" dirty="0" err="1"/>
              <a:t>PasswordEncoder</a:t>
            </a:r>
            <a:r>
              <a:rPr lang="en-IN" sz="8000" dirty="0"/>
              <a:t> </a:t>
            </a:r>
            <a:r>
              <a:rPr lang="en-IN" sz="8000" dirty="0" err="1"/>
              <a:t>passwordEncoder</a:t>
            </a:r>
            <a:r>
              <a:rPr lang="en-IN" sz="8000" dirty="0"/>
              <a:t>) {</a:t>
            </a:r>
          </a:p>
          <a:p>
            <a:pPr marL="0" indent="0">
              <a:buNone/>
            </a:pPr>
            <a:r>
              <a:rPr lang="en-IN" sz="8000" dirty="0" err="1"/>
              <a:t>DaoAuthenticationProvider</a:t>
            </a:r>
            <a:r>
              <a:rPr lang="en-IN" sz="8000" dirty="0"/>
              <a:t> provider = </a:t>
            </a:r>
            <a:r>
              <a:rPr lang="en-IN" sz="8000" b="1" dirty="0"/>
              <a:t>new</a:t>
            </a:r>
            <a:r>
              <a:rPr lang="en-IN" sz="8000" dirty="0"/>
              <a:t> </a:t>
            </a:r>
            <a:r>
              <a:rPr lang="en-IN" sz="8000" dirty="0" err="1"/>
              <a:t>DaoAuthenticationProvider</a:t>
            </a:r>
            <a:r>
              <a:rPr lang="en-IN" sz="8000" dirty="0"/>
              <a:t>(</a:t>
            </a:r>
            <a:r>
              <a:rPr lang="en-IN" sz="8000" dirty="0" err="1"/>
              <a:t>userDetailsService</a:t>
            </a:r>
            <a:r>
              <a:rPr lang="en-IN" sz="8000" dirty="0"/>
              <a:t>);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35B9E-FF88-4D67-99F2-71EB40DB40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dirty="0"/>
              <a:t>//</a:t>
            </a:r>
            <a:r>
              <a:rPr lang="en-IN" sz="8000" dirty="0" err="1"/>
              <a:t>provider.setUserDetailsService</a:t>
            </a:r>
            <a:r>
              <a:rPr lang="en-IN" sz="8000" dirty="0"/>
              <a:t>(</a:t>
            </a:r>
            <a:r>
              <a:rPr lang="en-IN" sz="8000" dirty="0" err="1"/>
              <a:t>userDetailsService</a:t>
            </a:r>
            <a:r>
              <a:rPr lang="en-IN" sz="8000" dirty="0"/>
              <a:t>);</a:t>
            </a:r>
          </a:p>
          <a:p>
            <a:pPr marL="0" indent="0">
              <a:buNone/>
            </a:pPr>
            <a:r>
              <a:rPr lang="en-IN" sz="8000" dirty="0" err="1"/>
              <a:t>provider.setPasswordEncoder</a:t>
            </a:r>
            <a:r>
              <a:rPr lang="en-IN" sz="8000" dirty="0"/>
              <a:t>(</a:t>
            </a:r>
            <a:r>
              <a:rPr lang="en-IN" sz="8000" dirty="0" err="1"/>
              <a:t>passwordEncoder</a:t>
            </a:r>
            <a:r>
              <a:rPr lang="en-IN" sz="8000" dirty="0"/>
              <a:t>);</a:t>
            </a:r>
          </a:p>
          <a:p>
            <a:pPr marL="0" indent="0">
              <a:buNone/>
            </a:pPr>
            <a:r>
              <a:rPr lang="en-IN" sz="8000" b="1" dirty="0"/>
              <a:t>return</a:t>
            </a:r>
            <a:r>
              <a:rPr lang="en-IN" sz="8000" dirty="0"/>
              <a:t> </a:t>
            </a:r>
            <a:r>
              <a:rPr lang="en-IN" sz="8000" b="1" dirty="0"/>
              <a:t>new</a:t>
            </a:r>
            <a:r>
              <a:rPr lang="en-IN" sz="8000" dirty="0"/>
              <a:t> </a:t>
            </a:r>
            <a:r>
              <a:rPr lang="en-IN" sz="8000" dirty="0" err="1"/>
              <a:t>ProviderManager</a:t>
            </a:r>
            <a:r>
              <a:rPr lang="en-IN" sz="8000" dirty="0"/>
              <a:t>(provider);</a:t>
            </a:r>
          </a:p>
          <a:p>
            <a:pPr marL="0" indent="0">
              <a:buNone/>
            </a:pPr>
            <a:r>
              <a:rPr lang="en-IN" sz="8000" dirty="0"/>
              <a:t>}</a:t>
            </a: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@Bean</a:t>
            </a:r>
          </a:p>
          <a:p>
            <a:pPr marL="0" indent="0">
              <a:buNone/>
            </a:pPr>
            <a:r>
              <a:rPr lang="en-IN" sz="8000" b="1" dirty="0"/>
              <a:t>public</a:t>
            </a:r>
            <a:r>
              <a:rPr lang="en-IN" sz="8000" dirty="0"/>
              <a:t> </a:t>
            </a:r>
            <a:r>
              <a:rPr lang="en-IN" sz="8000" dirty="0" err="1"/>
              <a:t>PasswordEncoder</a:t>
            </a:r>
            <a:r>
              <a:rPr lang="en-IN" sz="8000" dirty="0"/>
              <a:t> </a:t>
            </a:r>
            <a:r>
              <a:rPr lang="en-IN" sz="8000" dirty="0" err="1"/>
              <a:t>passwordEncoder</a:t>
            </a:r>
            <a:r>
              <a:rPr lang="en-IN" sz="8000" dirty="0"/>
              <a:t>() {</a:t>
            </a:r>
          </a:p>
          <a:p>
            <a:pPr marL="0" indent="0">
              <a:buNone/>
            </a:pPr>
            <a:r>
              <a:rPr lang="en-IN" sz="8000" b="1" dirty="0"/>
              <a:t>return</a:t>
            </a:r>
            <a:r>
              <a:rPr lang="en-IN" sz="8000" dirty="0"/>
              <a:t> </a:t>
            </a:r>
            <a:r>
              <a:rPr lang="en-IN" sz="8000" b="1" dirty="0"/>
              <a:t>new</a:t>
            </a:r>
            <a:r>
              <a:rPr lang="en-IN" sz="8000" dirty="0"/>
              <a:t> </a:t>
            </a:r>
            <a:r>
              <a:rPr lang="en-IN" sz="8000" dirty="0" err="1"/>
              <a:t>BCryptPasswordEncoder</a:t>
            </a:r>
            <a:r>
              <a:rPr lang="en-IN" sz="8000" dirty="0"/>
              <a:t>(); // Hashing algorithm bean</a:t>
            </a:r>
          </a:p>
          <a:p>
            <a:pPr marL="0" indent="0">
              <a:buNone/>
            </a:pPr>
            <a:r>
              <a:rPr lang="en-IN" sz="8000" dirty="0"/>
              <a:t>}</a:t>
            </a:r>
          </a:p>
          <a:p>
            <a:pPr marL="0" indent="0">
              <a:buNone/>
            </a:pPr>
            <a:r>
              <a:rPr lang="en-IN" sz="80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11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6F82-3667-401F-B46E-8114661C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 : </a:t>
            </a:r>
            <a:r>
              <a:rPr lang="en-US" dirty="0" err="1"/>
              <a:t>SecurityFulterChain</a:t>
            </a:r>
            <a:r>
              <a:rPr lang="en-US" dirty="0"/>
              <a:t> Configuration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96FB0E-328A-47B4-B779-6F3167AF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794"/>
            <a:ext cx="10515600" cy="50147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dirty="0"/>
              <a:t>@Bean</a:t>
            </a:r>
          </a:p>
          <a:p>
            <a:pPr marL="0" indent="0">
              <a:buNone/>
            </a:pPr>
            <a:r>
              <a:rPr lang="en-IN" sz="3200" b="1" dirty="0"/>
              <a:t>public</a:t>
            </a:r>
            <a:r>
              <a:rPr lang="en-IN" sz="3200" dirty="0"/>
              <a:t> </a:t>
            </a:r>
            <a:r>
              <a:rPr lang="en-IN" sz="3200" dirty="0" err="1"/>
              <a:t>SecurityFilterChain</a:t>
            </a:r>
            <a:r>
              <a:rPr lang="en-IN" sz="3200" dirty="0"/>
              <a:t> </a:t>
            </a:r>
            <a:r>
              <a:rPr lang="en-IN" sz="3200" dirty="0" err="1"/>
              <a:t>securityFilterChain</a:t>
            </a:r>
            <a:r>
              <a:rPr lang="en-IN" sz="3200" dirty="0"/>
              <a:t>(</a:t>
            </a:r>
            <a:r>
              <a:rPr lang="en-IN" sz="3200" dirty="0" err="1"/>
              <a:t>HttpSecurity</a:t>
            </a:r>
            <a:r>
              <a:rPr lang="en-IN" sz="3200" dirty="0"/>
              <a:t> http, </a:t>
            </a:r>
          </a:p>
          <a:p>
            <a:pPr marL="0" indent="0">
              <a:buNone/>
            </a:pPr>
            <a:r>
              <a:rPr lang="en-IN" sz="3200" dirty="0" err="1"/>
              <a:t>AuthenticationManager</a:t>
            </a:r>
            <a:r>
              <a:rPr lang="en-IN" sz="3200" dirty="0"/>
              <a:t> </a:t>
            </a:r>
            <a:r>
              <a:rPr lang="en-IN" sz="3200" dirty="0" err="1"/>
              <a:t>authManager</a:t>
            </a:r>
            <a:r>
              <a:rPr lang="en-IN" sz="3200" dirty="0"/>
              <a:t>) </a:t>
            </a:r>
            <a:r>
              <a:rPr lang="en-IN" sz="3200" b="1" dirty="0"/>
              <a:t>throws</a:t>
            </a:r>
            <a:r>
              <a:rPr lang="en-IN" sz="3200" dirty="0"/>
              <a:t> Exception {</a:t>
            </a:r>
          </a:p>
          <a:p>
            <a:pPr marL="457200" lvl="1" indent="0">
              <a:buNone/>
            </a:pPr>
            <a:r>
              <a:rPr lang="en-IN" sz="2800" b="1" dirty="0"/>
              <a:t>return</a:t>
            </a:r>
            <a:r>
              <a:rPr lang="en-IN" sz="2800" dirty="0"/>
              <a:t> http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csrf</a:t>
            </a:r>
            <a:r>
              <a:rPr lang="en-IN" sz="2800" dirty="0"/>
              <a:t>(</a:t>
            </a:r>
            <a:r>
              <a:rPr lang="en-IN" sz="2800" dirty="0" err="1"/>
              <a:t>csrf</a:t>
            </a:r>
            <a:r>
              <a:rPr lang="en-IN" sz="2800" dirty="0"/>
              <a:t> -&gt; </a:t>
            </a:r>
            <a:r>
              <a:rPr lang="en-IN" sz="2800" dirty="0" err="1"/>
              <a:t>csrf.disable</a:t>
            </a:r>
            <a:r>
              <a:rPr lang="en-IN" sz="2800" dirty="0"/>
              <a:t>()) // Safe to disable for strictly </a:t>
            </a:r>
            <a:r>
              <a:rPr lang="en-IN" sz="2800" u="sng" dirty="0"/>
              <a:t>stateless</a:t>
            </a:r>
            <a:r>
              <a:rPr lang="en-IN" sz="2800" dirty="0"/>
              <a:t> REST APIs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sessionManagement</a:t>
            </a:r>
            <a:r>
              <a:rPr lang="en-IN" sz="2800" dirty="0"/>
              <a:t>(</a:t>
            </a:r>
            <a:r>
              <a:rPr lang="en-IN" sz="2800" dirty="0" err="1"/>
              <a:t>sm</a:t>
            </a:r>
            <a:r>
              <a:rPr lang="en-IN" sz="2800" dirty="0"/>
              <a:t> -&gt; </a:t>
            </a:r>
            <a:r>
              <a:rPr lang="en-IN" sz="2800" dirty="0" err="1"/>
              <a:t>sm.sessionCreationPolicy</a:t>
            </a:r>
            <a:r>
              <a:rPr lang="en-IN" sz="2800" dirty="0"/>
              <a:t>(</a:t>
            </a:r>
            <a:r>
              <a:rPr lang="en-IN" sz="2800" dirty="0" err="1"/>
              <a:t>SessionCreationPolicy.</a:t>
            </a:r>
            <a:r>
              <a:rPr lang="en-IN" sz="2800" b="1" i="1" dirty="0" err="1"/>
              <a:t>STATELESS</a:t>
            </a:r>
            <a:r>
              <a:rPr lang="en-IN" sz="2800" dirty="0"/>
              <a:t>))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authorizeHttpRequests</a:t>
            </a:r>
            <a:r>
              <a:rPr lang="en-IN" sz="2800" dirty="0"/>
              <a:t>(auth -&gt; auth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requestMatchers</a:t>
            </a:r>
            <a:r>
              <a:rPr lang="en-IN" sz="2800" dirty="0"/>
              <a:t>("/</a:t>
            </a:r>
            <a:r>
              <a:rPr lang="en-IN" sz="2800" dirty="0" err="1"/>
              <a:t>api</a:t>
            </a:r>
            <a:r>
              <a:rPr lang="en-IN" sz="2800" dirty="0"/>
              <a:t>/users/login").</a:t>
            </a:r>
            <a:r>
              <a:rPr lang="en-IN" sz="2800" dirty="0" err="1"/>
              <a:t>permitAll</a:t>
            </a:r>
            <a:r>
              <a:rPr lang="en-IN" sz="2800" dirty="0"/>
              <a:t>() // Open login route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anyRequest</a:t>
            </a:r>
            <a:r>
              <a:rPr lang="en-IN" sz="2800" dirty="0"/>
              <a:t>().authenticated()</a:t>
            </a:r>
          </a:p>
          <a:p>
            <a:pPr marL="457200" lvl="1" indent="0">
              <a:buNone/>
            </a:pPr>
            <a:r>
              <a:rPr lang="en-IN" sz="2800" dirty="0"/>
              <a:t>)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authenticationManager</a:t>
            </a:r>
            <a:r>
              <a:rPr lang="en-IN" sz="2800" dirty="0"/>
              <a:t>(</a:t>
            </a:r>
            <a:r>
              <a:rPr lang="en-IN" sz="2800" dirty="0" err="1"/>
              <a:t>authManager</a:t>
            </a:r>
            <a:r>
              <a:rPr lang="en-IN" sz="2800" dirty="0"/>
              <a:t>) // Set custom authentication manager</a:t>
            </a:r>
          </a:p>
          <a:p>
            <a:pPr marL="457200" lvl="1" indent="0">
              <a:buNone/>
            </a:pPr>
            <a:r>
              <a:rPr lang="en-IN" sz="2800" dirty="0"/>
              <a:t>.</a:t>
            </a:r>
            <a:r>
              <a:rPr lang="en-IN" sz="2800" dirty="0" err="1"/>
              <a:t>httpBasic</a:t>
            </a:r>
            <a:r>
              <a:rPr lang="en-IN" sz="2800" dirty="0"/>
              <a:t>(</a:t>
            </a:r>
            <a:r>
              <a:rPr lang="en-IN" sz="2800" dirty="0" err="1"/>
              <a:t>Customizer.</a:t>
            </a:r>
            <a:r>
              <a:rPr lang="en-IN" sz="2800" i="1" dirty="0" err="1"/>
              <a:t>withDefaults</a:t>
            </a:r>
            <a:r>
              <a:rPr lang="en-IN" sz="2800" dirty="0"/>
              <a:t>())</a:t>
            </a:r>
          </a:p>
          <a:p>
            <a:pPr marL="457200" lvl="1" indent="0">
              <a:buNone/>
            </a:pPr>
            <a:r>
              <a:rPr lang="en-IN" sz="2800" dirty="0"/>
              <a:t>.build();</a:t>
            </a:r>
          </a:p>
          <a:p>
            <a:pPr marL="0" indent="0">
              <a:buNone/>
            </a:pPr>
            <a:r>
              <a:rPr lang="en-IN" sz="32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90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FD67-E5DC-404C-91F8-3000F009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9 : Create the </a:t>
            </a:r>
            <a:r>
              <a:rPr lang="en-US" dirty="0" err="1"/>
              <a:t>MyUserController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F689-D1FB-4DF4-9F07-BD7FED400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5663"/>
            <a:ext cx="5181600" cy="47813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4500" dirty="0"/>
              <a:t>@</a:t>
            </a:r>
            <a:r>
              <a:rPr lang="en-IN" sz="4500" dirty="0" err="1"/>
              <a:t>RestController</a:t>
            </a:r>
            <a:endParaRPr lang="en-IN" sz="4500" dirty="0"/>
          </a:p>
          <a:p>
            <a:pPr marL="0" indent="0">
              <a:buNone/>
            </a:pPr>
            <a:r>
              <a:rPr lang="en-IN" sz="4500" dirty="0"/>
              <a:t>@</a:t>
            </a:r>
            <a:r>
              <a:rPr lang="en-IN" sz="4500" dirty="0" err="1"/>
              <a:t>RequestMapping</a:t>
            </a:r>
            <a:r>
              <a:rPr lang="en-IN" sz="4500" dirty="0"/>
              <a:t>("/</a:t>
            </a:r>
            <a:r>
              <a:rPr lang="en-IN" sz="4500" dirty="0" err="1"/>
              <a:t>api</a:t>
            </a:r>
            <a:r>
              <a:rPr lang="en-IN" sz="4500" dirty="0"/>
              <a:t>/users")</a:t>
            </a:r>
          </a:p>
          <a:p>
            <a:pPr marL="0" indent="0">
              <a:buNone/>
            </a:pPr>
            <a:r>
              <a:rPr lang="en-IN" sz="4500" b="1" dirty="0"/>
              <a:t>public</a:t>
            </a:r>
            <a:r>
              <a:rPr lang="en-IN" sz="4500" dirty="0"/>
              <a:t> </a:t>
            </a:r>
            <a:r>
              <a:rPr lang="en-IN" sz="4500" b="1" dirty="0"/>
              <a:t>class</a:t>
            </a:r>
            <a:r>
              <a:rPr lang="en-IN" sz="4500" dirty="0"/>
              <a:t> </a:t>
            </a:r>
            <a:r>
              <a:rPr lang="en-IN" sz="4500" dirty="0" err="1"/>
              <a:t>MyUserController</a:t>
            </a:r>
            <a:r>
              <a:rPr lang="en-IN" sz="4500" dirty="0"/>
              <a:t> {</a:t>
            </a:r>
          </a:p>
          <a:p>
            <a:pPr marL="0" indent="0">
              <a:buNone/>
            </a:pPr>
            <a:endParaRPr lang="en-IN" sz="4500" dirty="0"/>
          </a:p>
          <a:p>
            <a:pPr marL="0" indent="0">
              <a:buNone/>
            </a:pPr>
            <a:r>
              <a:rPr lang="en-IN" sz="4500" dirty="0"/>
              <a:t>@</a:t>
            </a:r>
            <a:r>
              <a:rPr lang="en-IN" sz="4500" dirty="0" err="1"/>
              <a:t>Autowired</a:t>
            </a:r>
            <a:r>
              <a:rPr lang="en-IN" sz="4500" dirty="0"/>
              <a:t> </a:t>
            </a:r>
            <a:r>
              <a:rPr lang="en-IN" sz="4500" b="1" dirty="0"/>
              <a:t>private</a:t>
            </a:r>
            <a:r>
              <a:rPr lang="en-IN" sz="4500" dirty="0"/>
              <a:t> </a:t>
            </a:r>
            <a:r>
              <a:rPr lang="en-IN" sz="4500" dirty="0" err="1"/>
              <a:t>AuthenticationManager</a:t>
            </a:r>
            <a:r>
              <a:rPr lang="en-IN" sz="4500" dirty="0"/>
              <a:t> </a:t>
            </a:r>
            <a:r>
              <a:rPr lang="en-IN" sz="4500" dirty="0" err="1"/>
              <a:t>authenticationManager</a:t>
            </a:r>
            <a:r>
              <a:rPr lang="en-IN" sz="4500" dirty="0"/>
              <a:t>;</a:t>
            </a:r>
          </a:p>
          <a:p>
            <a:pPr marL="0" indent="0">
              <a:buNone/>
            </a:pPr>
            <a:endParaRPr lang="en-IN" sz="4500" dirty="0"/>
          </a:p>
          <a:p>
            <a:pPr marL="0" indent="0">
              <a:buNone/>
            </a:pPr>
            <a:r>
              <a:rPr lang="en-IN" sz="4500" dirty="0"/>
              <a:t>@</a:t>
            </a:r>
            <a:r>
              <a:rPr lang="en-IN" sz="4500" dirty="0" err="1"/>
              <a:t>PostMapping</a:t>
            </a:r>
            <a:r>
              <a:rPr lang="en-IN" sz="4500" dirty="0"/>
              <a:t>("/login")</a:t>
            </a:r>
          </a:p>
          <a:p>
            <a:pPr marL="0" indent="0">
              <a:buNone/>
            </a:pPr>
            <a:r>
              <a:rPr lang="en-IN" sz="4500" b="1" dirty="0"/>
              <a:t>public</a:t>
            </a:r>
            <a:r>
              <a:rPr lang="en-IN" sz="4500" dirty="0"/>
              <a:t> </a:t>
            </a:r>
            <a:r>
              <a:rPr lang="en-IN" sz="4500" dirty="0" err="1"/>
              <a:t>ResponseEntity</a:t>
            </a:r>
            <a:r>
              <a:rPr lang="en-IN" sz="4500" dirty="0"/>
              <a:t>&lt;?&gt; login(@</a:t>
            </a:r>
            <a:r>
              <a:rPr lang="en-IN" sz="4500" dirty="0" err="1"/>
              <a:t>RequestBody</a:t>
            </a:r>
            <a:r>
              <a:rPr lang="en-IN" sz="4500" dirty="0"/>
              <a:t> </a:t>
            </a:r>
            <a:r>
              <a:rPr lang="en-IN" sz="4500" dirty="0" err="1"/>
              <a:t>MyUserPojo</a:t>
            </a:r>
            <a:r>
              <a:rPr lang="en-IN" sz="4500" dirty="0"/>
              <a:t> </a:t>
            </a:r>
            <a:r>
              <a:rPr lang="en-IN" sz="4500" dirty="0" err="1"/>
              <a:t>userPojo</a:t>
            </a:r>
            <a:r>
              <a:rPr lang="en-IN" sz="4500" dirty="0"/>
              <a:t>) {</a:t>
            </a:r>
          </a:p>
          <a:p>
            <a:pPr marL="0" indent="0">
              <a:buNone/>
            </a:pPr>
            <a:r>
              <a:rPr lang="en-IN" sz="4500" b="1" dirty="0"/>
              <a:t>try</a:t>
            </a:r>
            <a:r>
              <a:rPr lang="en-IN" sz="4500" dirty="0"/>
              <a:t> {</a:t>
            </a:r>
          </a:p>
          <a:p>
            <a:pPr marL="0" indent="0">
              <a:buNone/>
            </a:pPr>
            <a:r>
              <a:rPr lang="en-IN" sz="4500" dirty="0"/>
              <a:t>// Step 1: Create unauthenticated token wrapper</a:t>
            </a:r>
          </a:p>
          <a:p>
            <a:pPr marL="0" indent="0">
              <a:buNone/>
            </a:pPr>
            <a:r>
              <a:rPr lang="en-IN" sz="4500" dirty="0" err="1"/>
              <a:t>UsernamePasswordAuthenticationToken</a:t>
            </a:r>
            <a:r>
              <a:rPr lang="en-IN" sz="4500" dirty="0"/>
              <a:t> </a:t>
            </a:r>
            <a:r>
              <a:rPr lang="en-IN" sz="4500" dirty="0" err="1"/>
              <a:t>authToken</a:t>
            </a:r>
            <a:r>
              <a:rPr lang="en-IN" sz="4500" dirty="0"/>
              <a:t> = </a:t>
            </a:r>
          </a:p>
          <a:p>
            <a:pPr marL="0" indent="0">
              <a:buNone/>
            </a:pPr>
            <a:r>
              <a:rPr lang="en-IN" sz="4500" b="1" dirty="0"/>
              <a:t>new</a:t>
            </a:r>
            <a:r>
              <a:rPr lang="en-IN" sz="4500" dirty="0"/>
              <a:t> </a:t>
            </a:r>
            <a:r>
              <a:rPr lang="en-IN" sz="4500" dirty="0" err="1"/>
              <a:t>UsernamePasswordAuthenticationToken</a:t>
            </a:r>
            <a:r>
              <a:rPr lang="en-IN" sz="4500" dirty="0"/>
              <a:t>(</a:t>
            </a:r>
            <a:r>
              <a:rPr lang="en-IN" sz="4500" dirty="0" err="1"/>
              <a:t>userPojo.getUserName</a:t>
            </a:r>
            <a:r>
              <a:rPr lang="en-IN" sz="4500" dirty="0"/>
              <a:t>(), </a:t>
            </a:r>
            <a:r>
              <a:rPr lang="en-IN" sz="4500" dirty="0" err="1"/>
              <a:t>userPojo.getUserPassword</a:t>
            </a:r>
            <a:r>
              <a:rPr lang="en-IN" sz="4500" dirty="0"/>
              <a:t>());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F0E69-918B-4F89-A4EB-48F45F344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5663"/>
            <a:ext cx="5181600" cy="522651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4900" dirty="0"/>
              <a:t>// Step 2: Delegate tracking task to authentication manager engine</a:t>
            </a:r>
          </a:p>
          <a:p>
            <a:pPr marL="0" indent="0">
              <a:buNone/>
            </a:pPr>
            <a:r>
              <a:rPr lang="en-IN" sz="4900" dirty="0"/>
              <a:t>Authentication </a:t>
            </a:r>
            <a:r>
              <a:rPr lang="en-IN" sz="4900" dirty="0" err="1"/>
              <a:t>authResult</a:t>
            </a:r>
            <a:r>
              <a:rPr lang="en-IN" sz="4900" dirty="0"/>
              <a:t> = </a:t>
            </a:r>
            <a:r>
              <a:rPr lang="en-IN" sz="4900" dirty="0" err="1"/>
              <a:t>authenticationManager.authenticate</a:t>
            </a:r>
            <a:r>
              <a:rPr lang="en-IN" sz="4900" dirty="0"/>
              <a:t>(</a:t>
            </a:r>
            <a:r>
              <a:rPr lang="en-IN" sz="4900" dirty="0" err="1"/>
              <a:t>authToken</a:t>
            </a:r>
            <a:r>
              <a:rPr lang="en-IN" sz="4900" dirty="0"/>
              <a:t>);</a:t>
            </a:r>
          </a:p>
          <a:p>
            <a:pPr marL="0" indent="0">
              <a:buNone/>
            </a:pPr>
            <a:r>
              <a:rPr lang="en-IN" sz="4900" dirty="0"/>
              <a:t>// Step 3: Extract successfully verified structural role records</a:t>
            </a:r>
          </a:p>
          <a:p>
            <a:pPr marL="0" indent="0">
              <a:buNone/>
            </a:pPr>
            <a:r>
              <a:rPr lang="en-IN" sz="4900" dirty="0"/>
              <a:t>List&lt;String&gt; roles = </a:t>
            </a:r>
            <a:r>
              <a:rPr lang="en-IN" sz="4900" dirty="0" err="1"/>
              <a:t>authResult</a:t>
            </a:r>
            <a:endParaRPr lang="en-IN" sz="4900" dirty="0"/>
          </a:p>
          <a:p>
            <a:pPr marL="0" indent="0">
              <a:buNone/>
            </a:pPr>
            <a:r>
              <a:rPr lang="en-IN" sz="4900" dirty="0"/>
              <a:t>.</a:t>
            </a:r>
            <a:r>
              <a:rPr lang="en-IN" sz="4900" dirty="0" err="1"/>
              <a:t>getAuthorities</a:t>
            </a:r>
            <a:r>
              <a:rPr lang="en-IN" sz="4900" dirty="0"/>
              <a:t>()</a:t>
            </a:r>
          </a:p>
          <a:p>
            <a:pPr marL="0" indent="0">
              <a:buNone/>
            </a:pPr>
            <a:r>
              <a:rPr lang="en-IN" sz="4900" dirty="0"/>
              <a:t>.stream()</a:t>
            </a:r>
          </a:p>
          <a:p>
            <a:pPr marL="0" indent="0">
              <a:buNone/>
            </a:pPr>
            <a:r>
              <a:rPr lang="en-IN" sz="4900" dirty="0"/>
              <a:t>.map(</a:t>
            </a:r>
            <a:r>
              <a:rPr lang="en-IN" sz="4900" dirty="0" err="1"/>
              <a:t>GrantedAuthority</a:t>
            </a:r>
            <a:r>
              <a:rPr lang="en-IN" sz="4900" dirty="0"/>
              <a:t>::</a:t>
            </a:r>
            <a:r>
              <a:rPr lang="en-IN" sz="4900" dirty="0" err="1"/>
              <a:t>getAuthority</a:t>
            </a:r>
            <a:r>
              <a:rPr lang="en-IN" sz="4900" dirty="0"/>
              <a:t>)</a:t>
            </a:r>
          </a:p>
          <a:p>
            <a:pPr marL="0" indent="0">
              <a:buNone/>
            </a:pPr>
            <a:r>
              <a:rPr lang="en-IN" sz="4900" dirty="0"/>
              <a:t>.</a:t>
            </a:r>
            <a:r>
              <a:rPr lang="en-IN" sz="4900" dirty="0" err="1"/>
              <a:t>toList</a:t>
            </a:r>
            <a:r>
              <a:rPr lang="en-IN" sz="4900" dirty="0"/>
              <a:t>();</a:t>
            </a:r>
          </a:p>
          <a:p>
            <a:pPr marL="0" indent="0">
              <a:buNone/>
            </a:pPr>
            <a:r>
              <a:rPr lang="en-IN" sz="4900" dirty="0" err="1"/>
              <a:t>userPojo.setAllRoles</a:t>
            </a:r>
            <a:r>
              <a:rPr lang="en-IN" sz="4900" dirty="0"/>
              <a:t>(roles);</a:t>
            </a:r>
          </a:p>
          <a:p>
            <a:pPr marL="0" indent="0">
              <a:buNone/>
            </a:pPr>
            <a:r>
              <a:rPr lang="en-IN" sz="4900" b="1" dirty="0"/>
              <a:t>return</a:t>
            </a:r>
            <a:r>
              <a:rPr lang="en-IN" sz="4900" dirty="0"/>
              <a:t> </a:t>
            </a:r>
            <a:r>
              <a:rPr lang="en-IN" sz="4900" dirty="0" err="1"/>
              <a:t>ResponseEntity.</a:t>
            </a:r>
            <a:r>
              <a:rPr lang="en-IN" sz="4900" i="1" dirty="0" err="1"/>
              <a:t>ok</a:t>
            </a:r>
            <a:r>
              <a:rPr lang="en-IN" sz="4900" dirty="0"/>
              <a:t>(</a:t>
            </a:r>
            <a:r>
              <a:rPr lang="en-IN" sz="4900" dirty="0" err="1"/>
              <a:t>userPojo</a:t>
            </a:r>
            <a:r>
              <a:rPr lang="en-IN" sz="4900" dirty="0"/>
              <a:t>);</a:t>
            </a:r>
          </a:p>
          <a:p>
            <a:pPr marL="0" indent="0">
              <a:buNone/>
            </a:pPr>
            <a:r>
              <a:rPr lang="en-IN" sz="4900" dirty="0"/>
              <a:t>} </a:t>
            </a:r>
            <a:r>
              <a:rPr lang="en-IN" sz="4900" b="1" dirty="0"/>
              <a:t>catch</a:t>
            </a:r>
            <a:r>
              <a:rPr lang="en-IN" sz="4900" dirty="0"/>
              <a:t> (</a:t>
            </a:r>
            <a:r>
              <a:rPr lang="en-IN" sz="4900" dirty="0" err="1"/>
              <a:t>BadCredentialsException</a:t>
            </a:r>
            <a:r>
              <a:rPr lang="en-IN" sz="4900" dirty="0"/>
              <a:t> ex) {</a:t>
            </a:r>
          </a:p>
          <a:p>
            <a:pPr marL="0" indent="0">
              <a:buNone/>
            </a:pPr>
            <a:r>
              <a:rPr lang="en-IN" sz="4900" b="1" dirty="0"/>
              <a:t>return</a:t>
            </a:r>
            <a:r>
              <a:rPr lang="en-IN" sz="4900" dirty="0"/>
              <a:t> </a:t>
            </a:r>
            <a:r>
              <a:rPr lang="en-IN" sz="4900" dirty="0" err="1"/>
              <a:t>ResponseEntity.</a:t>
            </a:r>
            <a:r>
              <a:rPr lang="en-IN" sz="4900" i="1" dirty="0" err="1"/>
              <a:t>status</a:t>
            </a:r>
            <a:r>
              <a:rPr lang="en-IN" sz="4900" dirty="0"/>
              <a:t>(</a:t>
            </a:r>
            <a:r>
              <a:rPr lang="en-IN" sz="4900" dirty="0" err="1"/>
              <a:t>HttpStatus.</a:t>
            </a:r>
            <a:r>
              <a:rPr lang="en-IN" sz="4900" b="1" i="1" dirty="0" err="1"/>
              <a:t>UNAUTHORIZED</a:t>
            </a:r>
            <a:r>
              <a:rPr lang="en-IN" sz="4900" dirty="0"/>
              <a:t>).body("Invalid Username or Password");</a:t>
            </a:r>
          </a:p>
          <a:p>
            <a:pPr marL="0" indent="0">
              <a:buNone/>
            </a:pPr>
            <a:r>
              <a:rPr lang="en-IN" sz="4900" dirty="0"/>
              <a:t>}</a:t>
            </a:r>
          </a:p>
          <a:p>
            <a:pPr marL="0" indent="0">
              <a:buNone/>
            </a:pPr>
            <a:r>
              <a:rPr lang="en-IN" sz="4900" dirty="0"/>
              <a:t>}</a:t>
            </a:r>
          </a:p>
          <a:p>
            <a:pPr marL="0" indent="0">
              <a:buNone/>
            </a:pPr>
            <a:r>
              <a:rPr lang="en-IN" sz="49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35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0300-7368-4756-8489-AB9A6982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10 : Test the </a:t>
            </a:r>
            <a:r>
              <a:rPr lang="en-US" dirty="0" err="1"/>
              <a:t>api</a:t>
            </a:r>
            <a:r>
              <a:rPr lang="en-US" dirty="0"/>
              <a:t>/users/login endpoint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78A137-F4C9-47A7-B5C7-F09A3AEC2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test the endpoint </a:t>
            </a:r>
            <a:r>
              <a:rPr lang="en-US" dirty="0" err="1"/>
              <a:t>api</a:t>
            </a:r>
            <a:r>
              <a:rPr lang="en-US" dirty="0"/>
              <a:t>/users/login endpoint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16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861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Spring Security 7</vt:lpstr>
      <vt:lpstr>Step 1 : Add spring security dependency</vt:lpstr>
      <vt:lpstr>Step 2 : Create tables in DB</vt:lpstr>
      <vt:lpstr>Step 3: Create MyUserEntity and MyRoleEntity</vt:lpstr>
      <vt:lpstr>Step 4: Create MyUserPojo and MyRolePojo</vt:lpstr>
      <vt:lpstr>Step 5: Create the Dao Layer Interface</vt:lpstr>
      <vt:lpstr>Step 6 : Create the CustomUserDetailsService  </vt:lpstr>
      <vt:lpstr>Step 7 : Exposing the AuthenticationManager</vt:lpstr>
      <vt:lpstr>Step 8 : SecurityFulterChain Configuration</vt:lpstr>
      <vt:lpstr>Step 9 : Create the MyUserController</vt:lpstr>
      <vt:lpstr>Step 10 : Test the api/users/login endpoint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</cp:revision>
  <dcterms:created xsi:type="dcterms:W3CDTF">2026-08-26T16:13:38Z</dcterms:created>
  <dcterms:modified xsi:type="dcterms:W3CDTF">2026-08-26T18:26:10Z</dcterms:modified>
</cp:coreProperties>
</file>