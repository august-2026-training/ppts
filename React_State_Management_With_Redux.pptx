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7D2FE"/>
                </a:solidFill>
                <a:latin typeface="Segoe UI"/>
              </a:defRPr>
            </a:pPr>
            <a:r>
              <a:t>Sharing State with React Redux</a:t>
            </a:r>
          </a:p>
          <a:p>
            <a:pPr>
              <a:spcBef>
                <a:spcPts val="1400"/>
              </a:spcBef>
              <a:defRPr sz="2000">
                <a:solidFill>
                  <a:srgbClr val="F3F4F6"/>
                </a:solidFill>
                <a:latin typeface="Arial"/>
              </a:defRPr>
            </a:pPr>
            <a:r>
              <a:t>Solving the State Uplifting Problem in Large Applications via Global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The Problem: Prop Drilling &amp; Component Coupling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sz="1800" b="1">
                <a:solidFill>
                  <a:srgbClr val="1F2937"/>
                </a:solidFill>
                <a:latin typeface="Arial"/>
              </a:rPr>
              <a:t>• Local State Uplifting Limits: </a:t>
            </a:r>
            <a:r>
              <a:rPr sz="1800">
                <a:solidFill>
                  <a:srgbClr val="4B5563"/>
                </a:solidFill>
                <a:latin typeface="Arial"/>
              </a:rPr>
              <a:t>When state is lifted to a parent, it forces all components down that tree branch to re-render, even if they don't use that data.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F2937"/>
                </a:solidFill>
                <a:latin typeface="Arial"/>
              </a:rPr>
              <a:t>• The Prop Drilling Nightmare: </a:t>
            </a:r>
            <a:r>
              <a:rPr sz="1800">
                <a:solidFill>
                  <a:srgbClr val="4B5563"/>
                </a:solidFill>
                <a:latin typeface="Arial"/>
              </a:rPr>
              <a:t>Passing state down 5 to 10 levels just so a tiny deeply nested child component can read it creates unmaintainable code structures.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F2937"/>
                </a:solidFill>
                <a:latin typeface="Arial"/>
              </a:rPr>
              <a:t>• Rigid Coupling: </a:t>
            </a:r>
            <a:r>
              <a:rPr sz="1800">
                <a:solidFill>
                  <a:srgbClr val="4B5563"/>
                </a:solidFill>
                <a:latin typeface="Arial"/>
              </a:rPr>
              <a:t>Components become completely dependent on their immediate parent configurations, making them impossible to copy, move, or reuse elsewhere.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The Solution: Redux Global Data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sz="1800" b="1">
                <a:solidFill>
                  <a:srgbClr val="1F2937"/>
                </a:solidFill>
                <a:latin typeface="Arial"/>
              </a:rPr>
              <a:t>• The Central Warehouse: </a:t>
            </a:r>
            <a:r>
              <a:rPr sz="1800">
                <a:solidFill>
                  <a:srgbClr val="4B5563"/>
                </a:solidFill>
                <a:latin typeface="Arial"/>
              </a:rPr>
              <a:t>Instead of moving data up to parents, Redux extracts the state completely out of the UI element layout tree and puts it into a central 'Store'.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F2937"/>
                </a:solidFill>
                <a:latin typeface="Arial"/>
              </a:rPr>
              <a:t>• Direct Access Pipeline: </a:t>
            </a:r>
            <a:r>
              <a:rPr sz="1800">
                <a:solidFill>
                  <a:srgbClr val="4B5563"/>
                </a:solidFill>
                <a:latin typeface="Arial"/>
              </a:rPr>
              <a:t>Any component anywhere in your entire app can connect directly to the Redux Store to read data or trigger changes, instantly breaking parent coupling.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F2937"/>
                </a:solidFill>
                <a:latin typeface="Arial"/>
              </a:rPr>
              <a:t>• Modern Redux Toolkit (RTK): </a:t>
            </a:r>
            <a:r>
              <a:rPr sz="1800">
                <a:solidFill>
                  <a:srgbClr val="4B5563"/>
                </a:solidFill>
                <a:latin typeface="Arial"/>
              </a:rPr>
              <a:t>The official, simplified way to write Redux logic today. It eliminates all old boilerplate code patterns using standard, clean syntax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Step 1: Create the Data Slice (The Logic File)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>
                <a:solidFill>
                  <a:srgbClr val="F3F4F6"/>
                </a:solidFill>
                <a:latin typeface="Consolas"/>
              </a:defRPr>
            </a:pPr>
            <a:r>
              <a:t>// textSlice.js</a:t>
            </a:r>
            <a:br/>
            <a:r>
              <a:t>import { createSlice } from '@reduxjs/toolkit';</a:t>
            </a:r>
            <a:br/>
            <a:br/>
            <a:r>
              <a:t>const textSlice = createSlice({</a:t>
            </a:r>
            <a:br/>
            <a:r>
              <a:t>  name: 'text',</a:t>
            </a:r>
            <a:br/>
            <a:r>
              <a:t>  initialState: { value: '' },</a:t>
            </a:r>
            <a:br/>
            <a:r>
              <a:t>  reducers: {</a:t>
            </a:r>
            <a:br/>
            <a:r>
              <a:t>    updateText: (state, action) =&gt; {</a:t>
            </a:r>
            <a:br/>
            <a:r>
              <a:t>      state.value = action.payload; // Updates global state directly!</a:t>
            </a:r>
            <a:br/>
            <a:r>
              <a:t>    }</a:t>
            </a:r>
            <a:br/>
            <a:r>
              <a:t>  }</a:t>
            </a:r>
            <a:br/>
            <a:r>
              <a:t>});</a:t>
            </a:r>
            <a:br/>
            <a:br/>
            <a:r>
              <a:t>export const { updateText } = textSlice.actions;</a:t>
            </a:r>
            <a:br/>
            <a:r>
              <a:t>export default textSlice.reducer;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Step 2: Configure the Global Warehouse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>
                <a:solidFill>
                  <a:srgbClr val="F3F4F6"/>
                </a:solidFill>
                <a:latin typeface="Consolas"/>
              </a:defRPr>
            </a:pPr>
            <a:r>
              <a:t>// store.js</a:t>
            </a:r>
            <a:br/>
            <a:r>
              <a:t>import { configureStore } from '@reduxjs/toolkit';</a:t>
            </a:r>
            <a:br/>
            <a:r>
              <a:t>import textReducer from './textSlice';</a:t>
            </a:r>
            <a:br/>
            <a:br/>
            <a:r>
              <a:t>export const store = configureStore({</a:t>
            </a:r>
            <a:br/>
            <a:r>
              <a:t>  reducer: {</a:t>
            </a:r>
            <a:br/>
            <a:r>
              <a:t>    text: textReducer</a:t>
            </a:r>
            <a:br/>
            <a:r>
              <a:t>  }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Step 3: Connect Your Whole App to Redux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>
                <a:solidFill>
                  <a:srgbClr val="F3F4F6"/>
                </a:solidFill>
                <a:latin typeface="Consolas"/>
              </a:defRPr>
            </a:pPr>
            <a:r>
              <a:t>// index.js or main.jsx</a:t>
            </a:r>
            <a:br/>
            <a:r>
              <a:t>import React from 'react';</a:t>
            </a:r>
            <a:br/>
            <a:r>
              <a:t>import ReactDOM from 'react-dom/client';</a:t>
            </a:r>
            <a:br/>
            <a:r>
              <a:t>import { Provider } from 'react-redux';</a:t>
            </a:r>
            <a:br/>
            <a:r>
              <a:t>import { store } from './store';</a:t>
            </a:r>
            <a:br/>
            <a:r>
              <a:t>import App from './App';</a:t>
            </a:r>
            <a:br/>
            <a:br/>
            <a:r>
              <a:t>const root = ReactDOM.createRoot(document.getElementById('root'));</a:t>
            </a:r>
            <a:br/>
            <a:r>
              <a:t>root.render(</a:t>
            </a:r>
            <a:br/>
            <a:r>
              <a:t>  &lt;Provider store={store}&gt;  {/* Broadcasts Redux to the entire tree */}</a:t>
            </a:r>
            <a:br/>
            <a:r>
              <a:t>    &lt;App /&gt;</a:t>
            </a:r>
            <a:br/>
            <a:r>
              <a:t>  &lt;/Provider&gt;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Step 4: Writing Data (The Input Component)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00">
                <a:solidFill>
                  <a:srgbClr val="F3F4F6"/>
                </a:solidFill>
                <a:latin typeface="Consolas"/>
              </a:defRPr>
            </a:pPr>
            <a:r>
              <a:t>// InputBox.jsx</a:t>
            </a:r>
            <a:br/>
            <a:r>
              <a:t>import { useDispatch, useSelector } from 'react-redux';</a:t>
            </a:r>
            <a:br/>
            <a:r>
              <a:t>import { updateText } from './textSlice';</a:t>
            </a:r>
            <a:br/>
            <a:br/>
            <a:r>
              <a:t>export function InputBox() {</a:t>
            </a:r>
            <a:br/>
            <a:r>
              <a:t>  const dispatch = useDispatch();</a:t>
            </a:r>
            <a:br/>
            <a:r>
              <a:t>  const text = useSelector((state) =&gt; state.text.value);</a:t>
            </a:r>
            <a:br/>
            <a:br/>
            <a:r>
              <a:t>  return (</a:t>
            </a:r>
            <a:br/>
            <a:r>
              <a:t>    &lt;input</a:t>
            </a:r>
            <a:br/>
            <a:r>
              <a:t>      type="text"</a:t>
            </a:r>
            <a:br/>
            <a:r>
              <a:t>      value={text}</a:t>
            </a:r>
            <a:br/>
            <a:r>
              <a:t>      onChange={(e) =&gt; dispatch(updateText(e.target.value))} // Fire action!</a:t>
            </a:r>
            <a:br/>
            <a:r>
              <a:t>      placeholder="Type something..."</a:t>
            </a:r>
            <a:br/>
            <a:r>
              <a:t>    /&gt;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Step 5: Reading Data (The Preview Component)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>
                <a:solidFill>
                  <a:srgbClr val="F3F4F6"/>
                </a:solidFill>
                <a:latin typeface="Consolas"/>
              </a:defRPr>
            </a:pPr>
            <a:r>
              <a:t>// Previewer.jsx</a:t>
            </a:r>
            <a:br/>
            <a:r>
              <a:t>import { useSelector } from 'react-redux';</a:t>
            </a:r>
            <a:br/>
            <a:br/>
            <a:r>
              <a:t>export function Previewer() {</a:t>
            </a:r>
            <a:br/>
            <a:r>
              <a:t>  // Pull data instantly from anywhere in the app</a:t>
            </a:r>
            <a:br/>
            <a:r>
              <a:t>  const text = useSelector((state) =&gt; state.text.value);</a:t>
            </a:r>
            <a:br/>
            <a:br/>
            <a:r>
              <a:t>  return (</a:t>
            </a:r>
            <a:br/>
            <a:r>
              <a:t>    &lt;div&gt;</a:t>
            </a:r>
            <a:br/>
            <a:r>
              <a:t>      &lt;p&gt;Live Global Output: {text || '(empty)'}&lt;/p&gt;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Step 6: Flat Layout Structure (No Props Needed!)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43891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>
                <a:solidFill>
                  <a:srgbClr val="F3F4F6"/>
                </a:solidFill>
                <a:latin typeface="Consolas"/>
              </a:defRPr>
            </a:pPr>
            <a:r>
              <a:t>// App.jsx</a:t>
            </a:r>
            <a:br/>
            <a:r>
              <a:t>import { InputBox } from './InputBox';</a:t>
            </a:r>
            <a:br/>
            <a:r>
              <a:t>import { Previewer } from './Previewer';</a:t>
            </a:r>
            <a:br/>
            <a:br/>
            <a:r>
              <a:t>function App() {</a:t>
            </a:r>
            <a:br/>
            <a:r>
              <a:t>  return (</a:t>
            </a:r>
            <a:br/>
            <a:r>
              <a:t>    &lt;div style={{ padding: '20px' }}&gt;</a:t>
            </a:r>
            <a:br/>
            <a:r>
              <a:t>      &lt;h1&gt;React Redux App&lt;/h1&gt;</a:t>
            </a:r>
            <a:br/>
            <a:r>
              <a:t>      {/* Look! No attributes, props, or callback handlers passed down! */}</a:t>
            </a:r>
            <a:br/>
            <a:r>
              <a:t>      &lt;InputBox /&gt;</a:t>
            </a:r>
            <a:br/>
            <a:r>
              <a:t>      &lt;Previewer /&gt;</a:t>
            </a:r>
            <a:br/>
            <a:r>
              <a:t>    &lt;/div&gt;</a:t>
            </a:r>
            <a:br/>
            <a:r>
              <a:t>  );</a:t>
            </a:r>
            <a:br/>
            <a:r>
              <a:t>}</a:t>
            </a:r>
            <a:br/>
            <a:r>
              <a:t>export default App;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7D2FE"/>
                </a:solidFill>
                <a:latin typeface="Segoe UI"/>
              </a:defRPr>
            </a:pPr>
            <a:r>
              <a:t>Summary Matrix: When to Use Redux Toolkit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103628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App Scale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Ideal Pattern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3F4F6"/>
                          </a:solidFill>
                          <a:latin typeface="Segoe UI"/>
                        </a:defRPr>
                      </a:pPr>
                      <a:r>
                        <a:t>Key Advantage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Small (1-3 levels)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Props &amp; Callbacks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Simple, zero setup boilerplate overhead.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Medium (3-5 levels)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React Context API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Eliminates props drilling for static configurations.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Large (Deep nesting)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React Redux (RTK)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3F4F6"/>
                          </a:solidFill>
                          <a:latin typeface="Arial"/>
                        </a:defRPr>
                      </a:pPr>
                      <a:r>
                        <a:t>Granular performance, isolated components, scalable logic.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